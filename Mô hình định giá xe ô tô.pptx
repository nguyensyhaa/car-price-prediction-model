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10287000" cx="18288000"/>
  <p:notesSz cx="6858000" cy="9144000"/>
  <p:embeddedFontLst>
    <p:embeddedFont>
      <p:font typeface="Montserrat Black"/>
      <p:bold r:id="rId22"/>
      <p:boldItalic r:id="rId23"/>
    </p:embeddedFont>
    <p:embeddedFont>
      <p:font typeface="Montserrat"/>
      <p:bold r:id="rId24"/>
      <p:boldItalic r:id="rId25"/>
    </p:embeddedFont>
    <p:embeddedFont>
      <p:font typeface="PT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0" roundtripDataSignature="AMtx7mjUQWgcuMGMs4EXRMl+IPcbRu0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MontserratBlack-bold.fntdata"/><Relationship Id="rId21" Type="http://schemas.openxmlformats.org/officeDocument/2006/relationships/slide" Target="slides/slide16.xml"/><Relationship Id="rId24" Type="http://schemas.openxmlformats.org/officeDocument/2006/relationships/font" Target="fonts/Montserrat-bold.fntdata"/><Relationship Id="rId23" Type="http://schemas.openxmlformats.org/officeDocument/2006/relationships/font" Target="fonts/MontserratBlack-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TSans-regular.fntdata"/><Relationship Id="rId25" Type="http://schemas.openxmlformats.org/officeDocument/2006/relationships/font" Target="fonts/Montserrat-boldItalic.fntdata"/><Relationship Id="rId28" Type="http://schemas.openxmlformats.org/officeDocument/2006/relationships/font" Target="fonts/PTSans-italic.fntdata"/><Relationship Id="rId27" Type="http://schemas.openxmlformats.org/officeDocument/2006/relationships/font" Target="fonts/PTSa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TSans-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Liệu có phải Linear Regression là best performance trên data này không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data tuyến tính -&gt; phù hợp với linear regression -&gt; chưa chắc là tốt nhất</a:t>
            </a:r>
            <a:endParaRPr/>
          </a:p>
          <a:p>
            <a:pPr indent="0" lvl="0" marL="0" rtl="0" algn="l">
              <a:spcBef>
                <a:spcPts val="0"/>
              </a:spcBef>
              <a:spcAft>
                <a:spcPts val="0"/>
              </a:spcAft>
              <a:buNone/>
            </a:pPr>
            <a:r>
              <a:rPr lang="en-US"/>
              <a:t>-&gt; không work tốt trên những model SVM, KNN, Random Forest,...</a:t>
            </a:r>
            <a:endParaRPr/>
          </a:p>
          <a:p>
            <a:pPr indent="0" lvl="0" marL="0" rtl="0" algn="l">
              <a:spcBef>
                <a:spcPts val="0"/>
              </a:spcBef>
              <a:spcAft>
                <a:spcPts val="0"/>
              </a:spcAft>
              <a:buNone/>
            </a:pPr>
            <a:r>
              <a:t/>
            </a:r>
            <a:endParaRPr/>
          </a:p>
        </p:txBody>
      </p:sp>
      <p:sp>
        <p:nvSpPr>
          <p:cNvPr id="682" name="Google Shape;68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6"/>
          <p:cNvSpPr/>
          <p:nvPr>
            <p:ph idx="2" type="pic"/>
          </p:nvPr>
        </p:nvSpPr>
        <p:spPr>
          <a:xfrm>
            <a:off x="1792288" y="612775"/>
            <a:ext cx="5486400" cy="4114800"/>
          </a:xfrm>
          <a:prstGeom prst="rect">
            <a:avLst/>
          </a:prstGeom>
          <a:noFill/>
          <a:ln>
            <a:noFill/>
          </a:ln>
        </p:spPr>
      </p:sp>
      <p:sp>
        <p:nvSpPr>
          <p:cNvPr id="64" name="Google Shape;64;p2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8219"/>
        </a:solidFill>
      </p:bgPr>
    </p:bg>
    <p:spTree>
      <p:nvGrpSpPr>
        <p:cNvPr id="83" name="Shape 83"/>
        <p:cNvGrpSpPr/>
        <p:nvPr/>
      </p:nvGrpSpPr>
      <p:grpSpPr>
        <a:xfrm>
          <a:off x="0" y="0"/>
          <a:ext cx="0" cy="0"/>
          <a:chOff x="0" y="0"/>
          <a:chExt cx="0" cy="0"/>
        </a:xfrm>
      </p:grpSpPr>
      <p:grpSp>
        <p:nvGrpSpPr>
          <p:cNvPr id="84" name="Google Shape;84;p1"/>
          <p:cNvGrpSpPr/>
          <p:nvPr/>
        </p:nvGrpSpPr>
        <p:grpSpPr>
          <a:xfrm>
            <a:off x="10552604" y="8278303"/>
            <a:ext cx="8154894" cy="2508498"/>
            <a:chOff x="0" y="-123825"/>
            <a:chExt cx="2147791" cy="660674"/>
          </a:xfrm>
        </p:grpSpPr>
        <p:sp>
          <p:nvSpPr>
            <p:cNvPr id="85" name="Google Shape;85;p1"/>
            <p:cNvSpPr/>
            <p:nvPr/>
          </p:nvSpPr>
          <p:spPr>
            <a:xfrm>
              <a:off x="0" y="0"/>
              <a:ext cx="2147791" cy="536849"/>
            </a:xfrm>
            <a:custGeom>
              <a:rect b="b" l="l" r="r" t="t"/>
              <a:pathLst>
                <a:path extrusionOk="0" h="536849" w="2147791">
                  <a:moveTo>
                    <a:pt x="0" y="0"/>
                  </a:moveTo>
                  <a:lnTo>
                    <a:pt x="2147791" y="0"/>
                  </a:lnTo>
                  <a:lnTo>
                    <a:pt x="2147791" y="536849"/>
                  </a:lnTo>
                  <a:lnTo>
                    <a:pt x="0" y="536849"/>
                  </a:lnTo>
                  <a:close/>
                </a:path>
              </a:pathLst>
            </a:custGeom>
            <a:solidFill>
              <a:srgbClr val="F4AD00"/>
            </a:solidFill>
            <a:ln>
              <a:noFill/>
            </a:ln>
          </p:spPr>
        </p:sp>
        <p:sp>
          <p:nvSpPr>
            <p:cNvPr id="86" name="Google Shape;86;p1"/>
            <p:cNvSpPr txBox="1"/>
            <p:nvPr/>
          </p:nvSpPr>
          <p:spPr>
            <a:xfrm>
              <a:off x="0" y="-123825"/>
              <a:ext cx="2147791" cy="660674"/>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7" name="Google Shape;87;p1"/>
          <p:cNvGrpSpPr/>
          <p:nvPr/>
        </p:nvGrpSpPr>
        <p:grpSpPr>
          <a:xfrm>
            <a:off x="10306679" y="8919928"/>
            <a:ext cx="2091000" cy="542898"/>
            <a:chOff x="0" y="-123825"/>
            <a:chExt cx="547795" cy="142231"/>
          </a:xfrm>
        </p:grpSpPr>
        <p:sp>
          <p:nvSpPr>
            <p:cNvPr id="88" name="Google Shape;88;p1"/>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89" name="Google Shape;89;p1"/>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0" name="Google Shape;90;p1"/>
          <p:cNvGrpSpPr/>
          <p:nvPr/>
        </p:nvGrpSpPr>
        <p:grpSpPr>
          <a:xfrm>
            <a:off x="13202279" y="8919928"/>
            <a:ext cx="2091000" cy="542898"/>
            <a:chOff x="0" y="-123825"/>
            <a:chExt cx="547795" cy="142231"/>
          </a:xfrm>
        </p:grpSpPr>
        <p:sp>
          <p:nvSpPr>
            <p:cNvPr id="91" name="Google Shape;91;p1"/>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92" name="Google Shape;92;p1"/>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3" name="Google Shape;93;p1"/>
          <p:cNvGrpSpPr/>
          <p:nvPr/>
        </p:nvGrpSpPr>
        <p:grpSpPr>
          <a:xfrm>
            <a:off x="16093379" y="8919928"/>
            <a:ext cx="2091000" cy="542898"/>
            <a:chOff x="0" y="-123825"/>
            <a:chExt cx="547795" cy="142231"/>
          </a:xfrm>
        </p:grpSpPr>
        <p:sp>
          <p:nvSpPr>
            <p:cNvPr id="94" name="Google Shape;94;p1"/>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95" name="Google Shape;95;p1"/>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6" name="Google Shape;96;p1"/>
          <p:cNvSpPr/>
          <p:nvPr/>
        </p:nvSpPr>
        <p:spPr>
          <a:xfrm>
            <a:off x="7980873" y="-547802"/>
            <a:ext cx="7312406" cy="6719927"/>
          </a:xfrm>
          <a:custGeom>
            <a:rect b="b" l="l" r="r" t="t"/>
            <a:pathLst>
              <a:path extrusionOk="0" h="6719927" w="7312406">
                <a:moveTo>
                  <a:pt x="0" y="0"/>
                </a:moveTo>
                <a:lnTo>
                  <a:pt x="7312406" y="0"/>
                </a:lnTo>
                <a:lnTo>
                  <a:pt x="7312406" y="6719927"/>
                </a:lnTo>
                <a:lnTo>
                  <a:pt x="0" y="6719927"/>
                </a:lnTo>
                <a:lnTo>
                  <a:pt x="0" y="0"/>
                </a:lnTo>
                <a:close/>
              </a:path>
            </a:pathLst>
          </a:custGeom>
          <a:blipFill rotWithShape="1">
            <a:blip r:embed="rId3">
              <a:alphaModFix/>
            </a:blip>
            <a:stretch>
              <a:fillRect b="-2014" l="0" r="0" t="-20078"/>
            </a:stretch>
          </a:blipFill>
          <a:ln>
            <a:noFill/>
          </a:ln>
        </p:spPr>
      </p:sp>
      <p:grpSp>
        <p:nvGrpSpPr>
          <p:cNvPr id="97" name="Google Shape;97;p1"/>
          <p:cNvGrpSpPr/>
          <p:nvPr/>
        </p:nvGrpSpPr>
        <p:grpSpPr>
          <a:xfrm rot="-5400000">
            <a:off x="5375" y="-1435224"/>
            <a:ext cx="11215802" cy="13157448"/>
            <a:chOff x="0" y="-123825"/>
            <a:chExt cx="2953956" cy="3465336"/>
          </a:xfrm>
        </p:grpSpPr>
        <p:sp>
          <p:nvSpPr>
            <p:cNvPr id="98" name="Google Shape;98;p1"/>
            <p:cNvSpPr/>
            <p:nvPr/>
          </p:nvSpPr>
          <p:spPr>
            <a:xfrm>
              <a:off x="0" y="0"/>
              <a:ext cx="2953956" cy="3341511"/>
            </a:xfrm>
            <a:custGeom>
              <a:rect b="b" l="l" r="r" t="t"/>
              <a:pathLst>
                <a:path extrusionOk="0" h="3341511" w="2953956">
                  <a:moveTo>
                    <a:pt x="0" y="0"/>
                  </a:moveTo>
                  <a:lnTo>
                    <a:pt x="2953956" y="0"/>
                  </a:lnTo>
                  <a:lnTo>
                    <a:pt x="2953956" y="3341511"/>
                  </a:lnTo>
                  <a:lnTo>
                    <a:pt x="0" y="3341511"/>
                  </a:lnTo>
                  <a:close/>
                </a:path>
              </a:pathLst>
            </a:custGeom>
            <a:solidFill>
              <a:srgbClr val="0B1541"/>
            </a:solidFill>
            <a:ln>
              <a:noFill/>
            </a:ln>
          </p:spPr>
        </p:sp>
        <p:sp>
          <p:nvSpPr>
            <p:cNvPr id="99" name="Google Shape;99;p1"/>
            <p:cNvSpPr txBox="1"/>
            <p:nvPr/>
          </p:nvSpPr>
          <p:spPr>
            <a:xfrm>
              <a:off x="0" y="-123825"/>
              <a:ext cx="2953956" cy="3465336"/>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0" name="Google Shape;100;p1"/>
          <p:cNvSpPr/>
          <p:nvPr/>
        </p:nvSpPr>
        <p:spPr>
          <a:xfrm>
            <a:off x="9733558" y="4586614"/>
            <a:ext cx="16301121" cy="6164788"/>
          </a:xfrm>
          <a:custGeom>
            <a:rect b="b" l="l" r="r" t="t"/>
            <a:pathLst>
              <a:path extrusionOk="0" h="6164788" w="16301121">
                <a:moveTo>
                  <a:pt x="0" y="0"/>
                </a:moveTo>
                <a:lnTo>
                  <a:pt x="16301122" y="0"/>
                </a:lnTo>
                <a:lnTo>
                  <a:pt x="16301122" y="6164787"/>
                </a:lnTo>
                <a:lnTo>
                  <a:pt x="0" y="6164787"/>
                </a:lnTo>
                <a:lnTo>
                  <a:pt x="0" y="0"/>
                </a:lnTo>
                <a:close/>
              </a:path>
            </a:pathLst>
          </a:custGeom>
          <a:blipFill rotWithShape="1">
            <a:blip r:embed="rId4">
              <a:alphaModFix/>
            </a:blip>
            <a:stretch>
              <a:fillRect b="0" l="0" r="0" t="0"/>
            </a:stretch>
          </a:blipFill>
          <a:ln>
            <a:noFill/>
          </a:ln>
        </p:spPr>
      </p:sp>
      <p:grpSp>
        <p:nvGrpSpPr>
          <p:cNvPr id="101" name="Google Shape;101;p1"/>
          <p:cNvGrpSpPr/>
          <p:nvPr/>
        </p:nvGrpSpPr>
        <p:grpSpPr>
          <a:xfrm>
            <a:off x="676145" y="1346592"/>
            <a:ext cx="10344409" cy="6846490"/>
            <a:chOff x="0" y="-66675"/>
            <a:chExt cx="13792546" cy="9128654"/>
          </a:xfrm>
        </p:grpSpPr>
        <p:sp>
          <p:nvSpPr>
            <p:cNvPr id="102" name="Google Shape;102;p1"/>
            <p:cNvSpPr txBox="1"/>
            <p:nvPr/>
          </p:nvSpPr>
          <p:spPr>
            <a:xfrm>
              <a:off x="0" y="8249896"/>
              <a:ext cx="13792546" cy="812083"/>
            </a:xfrm>
            <a:prstGeom prst="rect">
              <a:avLst/>
            </a:prstGeom>
            <a:noFill/>
            <a:ln>
              <a:noFill/>
            </a:ln>
          </p:spPr>
          <p:txBody>
            <a:bodyPr anchorCtr="0" anchor="t" bIns="0" lIns="0" spcFirstLastPara="1" rIns="0" wrap="square" tIns="0">
              <a:spAutoFit/>
            </a:bodyPr>
            <a:lstStyle/>
            <a:p>
              <a:pPr indent="0" lvl="0" marL="0" marR="0" rtl="0" algn="l">
                <a:lnSpc>
                  <a:spcPct val="249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1"/>
            <p:cNvSpPr txBox="1"/>
            <p:nvPr/>
          </p:nvSpPr>
          <p:spPr>
            <a:xfrm>
              <a:off x="0" y="-66675"/>
              <a:ext cx="13792546" cy="8132202"/>
            </a:xfrm>
            <a:prstGeom prst="rect">
              <a:avLst/>
            </a:prstGeom>
            <a:noFill/>
            <a:ln>
              <a:noFill/>
            </a:ln>
          </p:spPr>
          <p:txBody>
            <a:bodyPr anchorCtr="0" anchor="t" bIns="0" lIns="0" spcFirstLastPara="1" rIns="0" wrap="square" tIns="0">
              <a:spAutoFit/>
            </a:bodyPr>
            <a:lstStyle/>
            <a:p>
              <a:pPr indent="0" lvl="0" marL="0" marR="0" rtl="0" algn="ctr">
                <a:lnSpc>
                  <a:spcPct val="126998"/>
                </a:lnSpc>
                <a:spcBef>
                  <a:spcPts val="0"/>
                </a:spcBef>
                <a:spcAft>
                  <a:spcPts val="0"/>
                </a:spcAft>
                <a:buNone/>
              </a:pPr>
              <a:r>
                <a:rPr b="1" i="0" lang="en-US" sz="9556" u="none" cap="none" strike="noStrike">
                  <a:solidFill>
                    <a:srgbClr val="F6BD33"/>
                  </a:solidFill>
                  <a:latin typeface="Montserrat Black"/>
                  <a:ea typeface="Montserrat Black"/>
                  <a:cs typeface="Montserrat Black"/>
                  <a:sym typeface="Montserrat Black"/>
                </a:rPr>
                <a:t>MÔ HÌNH ĐỊNH GIÁ Ô TÔ GEELY TẠI MỸ</a:t>
              </a:r>
              <a:endParaRPr/>
            </a:p>
            <a:p>
              <a:pPr indent="0" lvl="0" marL="0" marR="0" rtl="0" algn="ctr">
                <a:lnSpc>
                  <a:spcPct val="126998"/>
                </a:lnSpc>
                <a:spcBef>
                  <a:spcPts val="0"/>
                </a:spcBef>
                <a:spcAft>
                  <a:spcPts val="0"/>
                </a:spcAft>
                <a:buNone/>
              </a:pPr>
              <a:r>
                <a:rPr b="1" i="0" lang="en-US" sz="9556" u="none" cap="none" strike="noStrike">
                  <a:solidFill>
                    <a:srgbClr val="F6BD33"/>
                  </a:solidFill>
                  <a:latin typeface="Montserrat Black"/>
                  <a:ea typeface="Montserrat Black"/>
                  <a:cs typeface="Montserrat Black"/>
                  <a:sym typeface="Montserrat Black"/>
                </a:rPr>
                <a:t>VÀ CHÂU ÂU</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BD33"/>
        </a:solidFill>
      </p:bgPr>
    </p:bg>
    <p:spTree>
      <p:nvGrpSpPr>
        <p:cNvPr id="107" name="Shape 107"/>
        <p:cNvGrpSpPr/>
        <p:nvPr/>
      </p:nvGrpSpPr>
      <p:grpSpPr>
        <a:xfrm>
          <a:off x="0" y="0"/>
          <a:ext cx="0" cy="0"/>
          <a:chOff x="0" y="0"/>
          <a:chExt cx="0" cy="0"/>
        </a:xfrm>
      </p:grpSpPr>
      <p:grpSp>
        <p:nvGrpSpPr>
          <p:cNvPr id="108" name="Google Shape;108;p2"/>
          <p:cNvGrpSpPr/>
          <p:nvPr/>
        </p:nvGrpSpPr>
        <p:grpSpPr>
          <a:xfrm rot="-5400000">
            <a:off x="4276441" y="-2966737"/>
            <a:ext cx="8278934" cy="16700748"/>
            <a:chOff x="0" y="-123825"/>
            <a:chExt cx="2180460" cy="4398551"/>
          </a:xfrm>
        </p:grpSpPr>
        <p:sp>
          <p:nvSpPr>
            <p:cNvPr id="109" name="Google Shape;109;p2"/>
            <p:cNvSpPr/>
            <p:nvPr/>
          </p:nvSpPr>
          <p:spPr>
            <a:xfrm>
              <a:off x="0" y="0"/>
              <a:ext cx="2180460" cy="4274726"/>
            </a:xfrm>
            <a:custGeom>
              <a:rect b="b" l="l" r="r" t="t"/>
              <a:pathLst>
                <a:path extrusionOk="0" h="4274726" w="2180460">
                  <a:moveTo>
                    <a:pt x="0" y="0"/>
                  </a:moveTo>
                  <a:lnTo>
                    <a:pt x="2180460" y="0"/>
                  </a:lnTo>
                  <a:lnTo>
                    <a:pt x="2180460" y="4274726"/>
                  </a:lnTo>
                  <a:lnTo>
                    <a:pt x="0" y="4274726"/>
                  </a:lnTo>
                  <a:close/>
                </a:path>
              </a:pathLst>
            </a:custGeom>
            <a:solidFill>
              <a:srgbClr val="0B1541"/>
            </a:solidFill>
            <a:ln>
              <a:noFill/>
            </a:ln>
          </p:spPr>
        </p:sp>
        <p:sp>
          <p:nvSpPr>
            <p:cNvPr id="110" name="Google Shape;110;p2"/>
            <p:cNvSpPr txBox="1"/>
            <p:nvPr/>
          </p:nvSpPr>
          <p:spPr>
            <a:xfrm>
              <a:off x="0" y="-123825"/>
              <a:ext cx="2180460" cy="439855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1" name="Google Shape;111;p2"/>
          <p:cNvSpPr/>
          <p:nvPr/>
        </p:nvSpPr>
        <p:spPr>
          <a:xfrm>
            <a:off x="9809272" y="2705279"/>
            <a:ext cx="16457354" cy="16457354"/>
          </a:xfrm>
          <a:custGeom>
            <a:rect b="b" l="l" r="r" t="t"/>
            <a:pathLst>
              <a:path extrusionOk="0" h="16457354" w="16457354">
                <a:moveTo>
                  <a:pt x="0" y="0"/>
                </a:moveTo>
                <a:lnTo>
                  <a:pt x="16457354" y="0"/>
                </a:lnTo>
                <a:lnTo>
                  <a:pt x="16457354" y="16457354"/>
                </a:lnTo>
                <a:lnTo>
                  <a:pt x="0" y="16457354"/>
                </a:lnTo>
                <a:lnTo>
                  <a:pt x="0" y="0"/>
                </a:lnTo>
                <a:close/>
              </a:path>
            </a:pathLst>
          </a:custGeom>
          <a:blipFill rotWithShape="1">
            <a:blip r:embed="rId3">
              <a:alphaModFix/>
            </a:blip>
            <a:stretch>
              <a:fillRect b="0" l="0" r="0" t="0"/>
            </a:stretch>
          </a:blipFill>
          <a:ln>
            <a:noFill/>
          </a:ln>
        </p:spPr>
      </p:sp>
      <p:grpSp>
        <p:nvGrpSpPr>
          <p:cNvPr id="112" name="Google Shape;112;p2"/>
          <p:cNvGrpSpPr/>
          <p:nvPr/>
        </p:nvGrpSpPr>
        <p:grpSpPr>
          <a:xfrm>
            <a:off x="13466813" y="5103490"/>
            <a:ext cx="1714115" cy="2917260"/>
            <a:chOff x="0" y="-626863"/>
            <a:chExt cx="2285487" cy="3889681"/>
          </a:xfrm>
        </p:grpSpPr>
        <p:grpSp>
          <p:nvGrpSpPr>
            <p:cNvPr id="113" name="Google Shape;113;p2"/>
            <p:cNvGrpSpPr/>
            <p:nvPr/>
          </p:nvGrpSpPr>
          <p:grpSpPr>
            <a:xfrm>
              <a:off x="0" y="-626863"/>
              <a:ext cx="202188" cy="1346780"/>
              <a:chOff x="0" y="-123825"/>
              <a:chExt cx="39938" cy="266031"/>
            </a:xfrm>
          </p:grpSpPr>
          <p:sp>
            <p:nvSpPr>
              <p:cNvPr id="114" name="Google Shape;114;p2"/>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115" name="Google Shape;115;p2"/>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6" name="Google Shape;116;p2"/>
            <p:cNvGrpSpPr/>
            <p:nvPr/>
          </p:nvGrpSpPr>
          <p:grpSpPr>
            <a:xfrm>
              <a:off x="2083299" y="-626863"/>
              <a:ext cx="202188" cy="1346780"/>
              <a:chOff x="0" y="-123825"/>
              <a:chExt cx="39938" cy="266031"/>
            </a:xfrm>
          </p:grpSpPr>
          <p:sp>
            <p:nvSpPr>
              <p:cNvPr id="117" name="Google Shape;117;p2"/>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118" name="Google Shape;118;p2"/>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2"/>
            <p:cNvGrpSpPr/>
            <p:nvPr/>
          </p:nvGrpSpPr>
          <p:grpSpPr>
            <a:xfrm>
              <a:off x="0" y="1916038"/>
              <a:ext cx="202188" cy="1346780"/>
              <a:chOff x="0" y="-123825"/>
              <a:chExt cx="39938" cy="266031"/>
            </a:xfrm>
          </p:grpSpPr>
          <p:sp>
            <p:nvSpPr>
              <p:cNvPr id="120" name="Google Shape;120;p2"/>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121" name="Google Shape;121;p2"/>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2" name="Google Shape;122;p2"/>
            <p:cNvGrpSpPr/>
            <p:nvPr/>
          </p:nvGrpSpPr>
          <p:grpSpPr>
            <a:xfrm>
              <a:off x="2083299" y="1916038"/>
              <a:ext cx="202188" cy="1346780"/>
              <a:chOff x="0" y="-123825"/>
              <a:chExt cx="39938" cy="266031"/>
            </a:xfrm>
          </p:grpSpPr>
          <p:sp>
            <p:nvSpPr>
              <p:cNvPr id="123" name="Google Shape;123;p2"/>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124" name="Google Shape;124;p2"/>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25" name="Google Shape;125;p2"/>
          <p:cNvGrpSpPr/>
          <p:nvPr/>
        </p:nvGrpSpPr>
        <p:grpSpPr>
          <a:xfrm>
            <a:off x="1989831" y="4905349"/>
            <a:ext cx="478289" cy="478289"/>
            <a:chOff x="0" y="0"/>
            <a:chExt cx="812800" cy="812800"/>
          </a:xfrm>
        </p:grpSpPr>
        <p:sp>
          <p:nvSpPr>
            <p:cNvPr id="126" name="Google Shape;126;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5E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40026"/>
                </a:lnSpc>
                <a:spcBef>
                  <a:spcPts val="0"/>
                </a:spcBef>
                <a:spcAft>
                  <a:spcPts val="0"/>
                </a:spcAft>
                <a:buNone/>
              </a:pPr>
              <a:r>
                <a:rPr b="0" i="0" lang="en-US" sz="1499" u="none" cap="none" strike="noStrike">
                  <a:solidFill>
                    <a:srgbClr val="FFFFFF"/>
                  </a:solidFill>
                  <a:latin typeface="Arial"/>
                  <a:ea typeface="Arial"/>
                  <a:cs typeface="Arial"/>
                  <a:sym typeface="Arial"/>
                </a:rPr>
                <a:t>1</a:t>
              </a:r>
              <a:endParaRPr/>
            </a:p>
          </p:txBody>
        </p:sp>
      </p:grpSp>
      <p:grpSp>
        <p:nvGrpSpPr>
          <p:cNvPr id="128" name="Google Shape;128;p2"/>
          <p:cNvGrpSpPr/>
          <p:nvPr/>
        </p:nvGrpSpPr>
        <p:grpSpPr>
          <a:xfrm>
            <a:off x="1989831" y="5802737"/>
            <a:ext cx="478289" cy="478289"/>
            <a:chOff x="0" y="0"/>
            <a:chExt cx="812800" cy="812800"/>
          </a:xfrm>
        </p:grpSpPr>
        <p:sp>
          <p:nvSpPr>
            <p:cNvPr id="129" name="Google Shape;129;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DC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40026"/>
                </a:lnSpc>
                <a:spcBef>
                  <a:spcPts val="0"/>
                </a:spcBef>
                <a:spcAft>
                  <a:spcPts val="0"/>
                </a:spcAft>
                <a:buNone/>
              </a:pPr>
              <a:r>
                <a:rPr b="0" i="0" lang="en-US" sz="1499" u="none" cap="none" strike="noStrike">
                  <a:solidFill>
                    <a:srgbClr val="FFFFFF"/>
                  </a:solidFill>
                  <a:latin typeface="Arial"/>
                  <a:ea typeface="Arial"/>
                  <a:cs typeface="Arial"/>
                  <a:sym typeface="Arial"/>
                </a:rPr>
                <a:t>2</a:t>
              </a:r>
              <a:endParaRPr/>
            </a:p>
          </p:txBody>
        </p:sp>
      </p:grpSp>
      <p:grpSp>
        <p:nvGrpSpPr>
          <p:cNvPr id="131" name="Google Shape;131;p2"/>
          <p:cNvGrpSpPr/>
          <p:nvPr/>
        </p:nvGrpSpPr>
        <p:grpSpPr>
          <a:xfrm>
            <a:off x="1989831" y="6790869"/>
            <a:ext cx="478289" cy="478289"/>
            <a:chOff x="0" y="0"/>
            <a:chExt cx="812800" cy="812800"/>
          </a:xfrm>
        </p:grpSpPr>
        <p:sp>
          <p:nvSpPr>
            <p:cNvPr id="132" name="Google Shape;13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98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40026"/>
                </a:lnSpc>
                <a:spcBef>
                  <a:spcPts val="0"/>
                </a:spcBef>
                <a:spcAft>
                  <a:spcPts val="0"/>
                </a:spcAft>
                <a:buNone/>
              </a:pPr>
              <a:r>
                <a:rPr b="0" i="0" lang="en-US" sz="1499" u="none" cap="none" strike="noStrike">
                  <a:solidFill>
                    <a:srgbClr val="FFFFFF"/>
                  </a:solidFill>
                  <a:latin typeface="Arial"/>
                  <a:ea typeface="Arial"/>
                  <a:cs typeface="Arial"/>
                  <a:sym typeface="Arial"/>
                </a:rPr>
                <a:t>3</a:t>
              </a:r>
              <a:endParaRPr/>
            </a:p>
          </p:txBody>
        </p:sp>
      </p:grpSp>
      <p:grpSp>
        <p:nvGrpSpPr>
          <p:cNvPr id="134" name="Google Shape;134;p2"/>
          <p:cNvGrpSpPr/>
          <p:nvPr/>
        </p:nvGrpSpPr>
        <p:grpSpPr>
          <a:xfrm>
            <a:off x="6230632" y="4905349"/>
            <a:ext cx="478289" cy="478289"/>
            <a:chOff x="0" y="0"/>
            <a:chExt cx="812800" cy="812800"/>
          </a:xfrm>
        </p:grpSpPr>
        <p:sp>
          <p:nvSpPr>
            <p:cNvPr id="135" name="Google Shape;135;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40026"/>
                </a:lnSpc>
                <a:spcBef>
                  <a:spcPts val="0"/>
                </a:spcBef>
                <a:spcAft>
                  <a:spcPts val="0"/>
                </a:spcAft>
                <a:buNone/>
              </a:pPr>
              <a:r>
                <a:rPr b="0" i="0" lang="en-US" sz="1499" u="none" cap="none" strike="noStrike">
                  <a:solidFill>
                    <a:srgbClr val="FFFFFF"/>
                  </a:solidFill>
                  <a:latin typeface="Arial"/>
                  <a:ea typeface="Arial"/>
                  <a:cs typeface="Arial"/>
                  <a:sym typeface="Arial"/>
                </a:rPr>
                <a:t>4</a:t>
              </a:r>
              <a:endParaRPr/>
            </a:p>
          </p:txBody>
        </p:sp>
      </p:grpSp>
      <p:grpSp>
        <p:nvGrpSpPr>
          <p:cNvPr id="137" name="Google Shape;137;p2"/>
          <p:cNvGrpSpPr/>
          <p:nvPr/>
        </p:nvGrpSpPr>
        <p:grpSpPr>
          <a:xfrm>
            <a:off x="6230632" y="5802737"/>
            <a:ext cx="478289" cy="478289"/>
            <a:chOff x="0" y="0"/>
            <a:chExt cx="812800" cy="812800"/>
          </a:xfrm>
        </p:grpSpPr>
        <p:sp>
          <p:nvSpPr>
            <p:cNvPr id="138" name="Google Shape;138;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87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40026"/>
                </a:lnSpc>
                <a:spcBef>
                  <a:spcPts val="0"/>
                </a:spcBef>
                <a:spcAft>
                  <a:spcPts val="0"/>
                </a:spcAft>
                <a:buNone/>
              </a:pPr>
              <a:r>
                <a:rPr b="0" i="0" lang="en-US" sz="1499" u="none" cap="none" strike="noStrike">
                  <a:solidFill>
                    <a:srgbClr val="FFFFFF"/>
                  </a:solidFill>
                  <a:latin typeface="Arial"/>
                  <a:ea typeface="Arial"/>
                  <a:cs typeface="Arial"/>
                  <a:sym typeface="Arial"/>
                </a:rPr>
                <a:t>5</a:t>
              </a:r>
              <a:endParaRPr/>
            </a:p>
          </p:txBody>
        </p:sp>
      </p:grpSp>
      <p:sp>
        <p:nvSpPr>
          <p:cNvPr id="140" name="Google Shape;140;p2"/>
          <p:cNvSpPr/>
          <p:nvPr/>
        </p:nvSpPr>
        <p:spPr>
          <a:xfrm rot="10800000">
            <a:off x="13103608" y="3364758"/>
            <a:ext cx="2403630" cy="2208879"/>
          </a:xfrm>
          <a:custGeom>
            <a:rect b="b" l="l" r="r" t="t"/>
            <a:pathLst>
              <a:path extrusionOk="0" h="2208879" w="2403630">
                <a:moveTo>
                  <a:pt x="0" y="0"/>
                </a:moveTo>
                <a:lnTo>
                  <a:pt x="2403630" y="0"/>
                </a:lnTo>
                <a:lnTo>
                  <a:pt x="2403630" y="2208879"/>
                </a:lnTo>
                <a:lnTo>
                  <a:pt x="0" y="2208879"/>
                </a:lnTo>
                <a:lnTo>
                  <a:pt x="0" y="0"/>
                </a:lnTo>
                <a:close/>
              </a:path>
            </a:pathLst>
          </a:custGeom>
          <a:blipFill rotWithShape="1">
            <a:blip r:embed="rId4">
              <a:alphaModFix/>
            </a:blip>
            <a:stretch>
              <a:fillRect b="-2014" l="0" r="0" t="-20078"/>
            </a:stretch>
          </a:blipFill>
          <a:ln>
            <a:noFill/>
          </a:ln>
        </p:spPr>
      </p:sp>
      <p:grpSp>
        <p:nvGrpSpPr>
          <p:cNvPr id="141" name="Google Shape;141;p2"/>
          <p:cNvGrpSpPr/>
          <p:nvPr/>
        </p:nvGrpSpPr>
        <p:grpSpPr>
          <a:xfrm rot="10579451">
            <a:off x="15926899" y="3980946"/>
            <a:ext cx="1448064" cy="725902"/>
            <a:chOff x="0" y="-224440"/>
            <a:chExt cx="1930752" cy="967869"/>
          </a:xfrm>
        </p:grpSpPr>
        <p:grpSp>
          <p:nvGrpSpPr>
            <p:cNvPr id="142" name="Google Shape;142;p2"/>
            <p:cNvGrpSpPr/>
            <p:nvPr/>
          </p:nvGrpSpPr>
          <p:grpSpPr>
            <a:xfrm>
              <a:off x="0" y="-224440"/>
              <a:ext cx="1930752" cy="967869"/>
              <a:chOff x="0" y="-94484"/>
              <a:chExt cx="812800" cy="407450"/>
            </a:xfrm>
          </p:grpSpPr>
          <p:sp>
            <p:nvSpPr>
              <p:cNvPr id="143" name="Google Shape;143;p2"/>
              <p:cNvSpPr/>
              <p:nvPr/>
            </p:nvSpPr>
            <p:spPr>
              <a:xfrm>
                <a:off x="0" y="0"/>
                <a:ext cx="812800" cy="312966"/>
              </a:xfrm>
              <a:custGeom>
                <a:rect b="b" l="l" r="r" t="t"/>
                <a:pathLst>
                  <a:path extrusionOk="0" h="312966" w="812800">
                    <a:moveTo>
                      <a:pt x="406400" y="0"/>
                    </a:moveTo>
                    <a:cubicBezTo>
                      <a:pt x="181951" y="0"/>
                      <a:pt x="0" y="70060"/>
                      <a:pt x="0" y="156483"/>
                    </a:cubicBezTo>
                    <a:cubicBezTo>
                      <a:pt x="0" y="242906"/>
                      <a:pt x="181951" y="312966"/>
                      <a:pt x="406400" y="312966"/>
                    </a:cubicBezTo>
                    <a:cubicBezTo>
                      <a:pt x="630849" y="312966"/>
                      <a:pt x="812800" y="242906"/>
                      <a:pt x="812800" y="156483"/>
                    </a:cubicBezTo>
                    <a:cubicBezTo>
                      <a:pt x="812800" y="70060"/>
                      <a:pt x="630849" y="0"/>
                      <a:pt x="406400" y="0"/>
                    </a:cubicBezTo>
                    <a:close/>
                  </a:path>
                </a:pathLst>
              </a:custGeom>
              <a:solidFill>
                <a:srgbClr val="A87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txBox="1"/>
              <p:nvPr/>
            </p:nvSpPr>
            <p:spPr>
              <a:xfrm>
                <a:off x="76200" y="-94484"/>
                <a:ext cx="660400" cy="378110"/>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5" name="Google Shape;145;p2"/>
            <p:cNvGrpSpPr/>
            <p:nvPr/>
          </p:nvGrpSpPr>
          <p:grpSpPr>
            <a:xfrm>
              <a:off x="635806" y="3523"/>
              <a:ext cx="659140" cy="697761"/>
              <a:chOff x="0" y="-47625"/>
              <a:chExt cx="812800" cy="860425"/>
            </a:xfrm>
          </p:grpSpPr>
          <p:sp>
            <p:nvSpPr>
              <p:cNvPr id="146" name="Google Shape;146;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48" name="Google Shape;148;p2"/>
          <p:cNvGrpSpPr/>
          <p:nvPr/>
        </p:nvGrpSpPr>
        <p:grpSpPr>
          <a:xfrm rot="10800000">
            <a:off x="13555078" y="5254481"/>
            <a:ext cx="1528060" cy="3389612"/>
            <a:chOff x="0" y="-123825"/>
            <a:chExt cx="544375" cy="1207558"/>
          </a:xfrm>
        </p:grpSpPr>
        <p:sp>
          <p:nvSpPr>
            <p:cNvPr id="149" name="Google Shape;149;p2"/>
            <p:cNvSpPr/>
            <p:nvPr/>
          </p:nvSpPr>
          <p:spPr>
            <a:xfrm>
              <a:off x="0" y="0"/>
              <a:ext cx="544375" cy="1083733"/>
            </a:xfrm>
            <a:custGeom>
              <a:rect b="b" l="l" r="r" t="t"/>
              <a:pathLst>
                <a:path extrusionOk="0" h="1083733" w="544375">
                  <a:moveTo>
                    <a:pt x="101330" y="0"/>
                  </a:moveTo>
                  <a:lnTo>
                    <a:pt x="443045" y="0"/>
                  </a:lnTo>
                  <a:cubicBezTo>
                    <a:pt x="469920" y="0"/>
                    <a:pt x="495693" y="10676"/>
                    <a:pt x="514696" y="29679"/>
                  </a:cubicBezTo>
                  <a:cubicBezTo>
                    <a:pt x="533699" y="48682"/>
                    <a:pt x="544375" y="74456"/>
                    <a:pt x="544375" y="101330"/>
                  </a:cubicBezTo>
                  <a:lnTo>
                    <a:pt x="544375" y="982403"/>
                  </a:lnTo>
                  <a:cubicBezTo>
                    <a:pt x="544375" y="1009278"/>
                    <a:pt x="533699" y="1035051"/>
                    <a:pt x="514696" y="1054054"/>
                  </a:cubicBezTo>
                  <a:cubicBezTo>
                    <a:pt x="495693" y="1073058"/>
                    <a:pt x="469920" y="1083733"/>
                    <a:pt x="443045" y="1083733"/>
                  </a:cubicBezTo>
                  <a:lnTo>
                    <a:pt x="101330" y="1083733"/>
                  </a:lnTo>
                  <a:cubicBezTo>
                    <a:pt x="45367" y="1083733"/>
                    <a:pt x="0" y="1038366"/>
                    <a:pt x="0" y="982403"/>
                  </a:cubicBezTo>
                  <a:lnTo>
                    <a:pt x="0" y="101330"/>
                  </a:lnTo>
                  <a:cubicBezTo>
                    <a:pt x="0" y="45367"/>
                    <a:pt x="45367" y="0"/>
                    <a:pt x="101330" y="0"/>
                  </a:cubicBezTo>
                  <a:close/>
                </a:path>
              </a:pathLst>
            </a:custGeom>
            <a:solidFill>
              <a:srgbClr val="1F3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
            <p:cNvSpPr txBox="1"/>
            <p:nvPr/>
          </p:nvSpPr>
          <p:spPr>
            <a:xfrm>
              <a:off x="0" y="-123825"/>
              <a:ext cx="544375" cy="1207558"/>
            </a:xfrm>
            <a:prstGeom prst="rect">
              <a:avLst/>
            </a:prstGeom>
            <a:noFill/>
            <a:ln>
              <a:noFill/>
            </a:ln>
          </p:spPr>
          <p:txBody>
            <a:bodyPr anchorCtr="0" anchor="ctr" bIns="37550" lIns="37550" spcFirstLastPara="1" rIns="37550" wrap="square" tIns="37550">
              <a:noAutofit/>
            </a:bodyPr>
            <a:lstStyle/>
            <a:p>
              <a:pPr indent="0" lvl="0" marL="0" marR="0" rtl="0" algn="ctr">
                <a:lnSpc>
                  <a:spcPct val="240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1" name="Google Shape;151;p2"/>
          <p:cNvGrpSpPr/>
          <p:nvPr/>
        </p:nvGrpSpPr>
        <p:grpSpPr>
          <a:xfrm rot="10800000">
            <a:off x="13815623" y="6690998"/>
            <a:ext cx="1006970" cy="1333421"/>
            <a:chOff x="0" y="-123825"/>
            <a:chExt cx="358736" cy="475035"/>
          </a:xfrm>
        </p:grpSpPr>
        <p:sp>
          <p:nvSpPr>
            <p:cNvPr id="152" name="Google Shape;152;p2"/>
            <p:cNvSpPr/>
            <p:nvPr/>
          </p:nvSpPr>
          <p:spPr>
            <a:xfrm>
              <a:off x="0" y="0"/>
              <a:ext cx="358736" cy="351210"/>
            </a:xfrm>
            <a:custGeom>
              <a:rect b="b" l="l" r="r" t="t"/>
              <a:pathLst>
                <a:path extrusionOk="0" h="351210" w="358736">
                  <a:moveTo>
                    <a:pt x="153767" y="0"/>
                  </a:moveTo>
                  <a:lnTo>
                    <a:pt x="204969" y="0"/>
                  </a:lnTo>
                  <a:cubicBezTo>
                    <a:pt x="245751" y="0"/>
                    <a:pt x="284862" y="16200"/>
                    <a:pt x="313699" y="45037"/>
                  </a:cubicBezTo>
                  <a:cubicBezTo>
                    <a:pt x="342535" y="73874"/>
                    <a:pt x="358736" y="112985"/>
                    <a:pt x="358736" y="153767"/>
                  </a:cubicBezTo>
                  <a:lnTo>
                    <a:pt x="358736" y="197443"/>
                  </a:lnTo>
                  <a:cubicBezTo>
                    <a:pt x="358736" y="238225"/>
                    <a:pt x="342535" y="277336"/>
                    <a:pt x="313699" y="306173"/>
                  </a:cubicBezTo>
                  <a:cubicBezTo>
                    <a:pt x="284862" y="335010"/>
                    <a:pt x="245751" y="351210"/>
                    <a:pt x="204969" y="351210"/>
                  </a:cubicBezTo>
                  <a:lnTo>
                    <a:pt x="153767" y="351210"/>
                  </a:lnTo>
                  <a:cubicBezTo>
                    <a:pt x="112985" y="351210"/>
                    <a:pt x="73874" y="335010"/>
                    <a:pt x="45037" y="306173"/>
                  </a:cubicBezTo>
                  <a:cubicBezTo>
                    <a:pt x="16200" y="277336"/>
                    <a:pt x="0" y="238225"/>
                    <a:pt x="0" y="197443"/>
                  </a:cubicBezTo>
                  <a:lnTo>
                    <a:pt x="0" y="153767"/>
                  </a:lnTo>
                  <a:cubicBezTo>
                    <a:pt x="0" y="112985"/>
                    <a:pt x="16200" y="73874"/>
                    <a:pt x="45037" y="45037"/>
                  </a:cubicBezTo>
                  <a:cubicBezTo>
                    <a:pt x="73874" y="16200"/>
                    <a:pt x="112985" y="0"/>
                    <a:pt x="153767" y="0"/>
                  </a:cubicBezTo>
                  <a:close/>
                </a:path>
              </a:pathLst>
            </a:custGeom>
            <a:solidFill>
              <a:srgbClr val="4C62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
            <p:cNvSpPr txBox="1"/>
            <p:nvPr/>
          </p:nvSpPr>
          <p:spPr>
            <a:xfrm>
              <a:off x="0" y="-123825"/>
              <a:ext cx="358736" cy="475035"/>
            </a:xfrm>
            <a:prstGeom prst="rect">
              <a:avLst/>
            </a:prstGeom>
            <a:noFill/>
            <a:ln>
              <a:noFill/>
            </a:ln>
          </p:spPr>
          <p:txBody>
            <a:bodyPr anchorCtr="0" anchor="ctr" bIns="37550" lIns="37550" spcFirstLastPara="1" rIns="37550" wrap="square" tIns="37550">
              <a:noAutofit/>
            </a:bodyPr>
            <a:lstStyle/>
            <a:p>
              <a:pPr indent="0" lvl="0" marL="0" marR="0" rtl="0" algn="ctr">
                <a:lnSpc>
                  <a:spcPct val="240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4" name="Google Shape;154;p2"/>
          <p:cNvGrpSpPr/>
          <p:nvPr/>
        </p:nvGrpSpPr>
        <p:grpSpPr>
          <a:xfrm rot="10800000">
            <a:off x="13618454" y="5381232"/>
            <a:ext cx="1401308" cy="1079918"/>
            <a:chOff x="0" y="-123825"/>
            <a:chExt cx="499220" cy="384724"/>
          </a:xfrm>
        </p:grpSpPr>
        <p:sp>
          <p:nvSpPr>
            <p:cNvPr id="155" name="Google Shape;155;p2"/>
            <p:cNvSpPr/>
            <p:nvPr/>
          </p:nvSpPr>
          <p:spPr>
            <a:xfrm>
              <a:off x="0" y="0"/>
              <a:ext cx="499220" cy="260899"/>
            </a:xfrm>
            <a:custGeom>
              <a:rect b="b" l="l" r="r" t="t"/>
              <a:pathLst>
                <a:path extrusionOk="0" h="260899" w="499220">
                  <a:moveTo>
                    <a:pt x="130449" y="0"/>
                  </a:moveTo>
                  <a:lnTo>
                    <a:pt x="368770" y="0"/>
                  </a:lnTo>
                  <a:cubicBezTo>
                    <a:pt x="440816" y="0"/>
                    <a:pt x="499220" y="58404"/>
                    <a:pt x="499220" y="130449"/>
                  </a:cubicBezTo>
                  <a:lnTo>
                    <a:pt x="499220" y="130449"/>
                  </a:lnTo>
                  <a:cubicBezTo>
                    <a:pt x="499220" y="165047"/>
                    <a:pt x="485476" y="198227"/>
                    <a:pt x="461012" y="222691"/>
                  </a:cubicBezTo>
                  <a:cubicBezTo>
                    <a:pt x="436548" y="247155"/>
                    <a:pt x="403368" y="260899"/>
                    <a:pt x="368770" y="260899"/>
                  </a:cubicBezTo>
                  <a:lnTo>
                    <a:pt x="130449" y="260899"/>
                  </a:lnTo>
                  <a:cubicBezTo>
                    <a:pt x="58404" y="260899"/>
                    <a:pt x="0" y="202495"/>
                    <a:pt x="0" y="130449"/>
                  </a:cubicBezTo>
                  <a:lnTo>
                    <a:pt x="0" y="130449"/>
                  </a:lnTo>
                  <a:cubicBezTo>
                    <a:pt x="0" y="58404"/>
                    <a:pt x="58404" y="0"/>
                    <a:pt x="130449" y="0"/>
                  </a:cubicBezTo>
                  <a:close/>
                </a:path>
              </a:pathLst>
            </a:custGeom>
            <a:solidFill>
              <a:srgbClr val="4C62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
            <p:cNvSpPr txBox="1"/>
            <p:nvPr/>
          </p:nvSpPr>
          <p:spPr>
            <a:xfrm>
              <a:off x="0" y="-123825"/>
              <a:ext cx="499220" cy="384724"/>
            </a:xfrm>
            <a:prstGeom prst="rect">
              <a:avLst/>
            </a:prstGeom>
            <a:noFill/>
            <a:ln>
              <a:noFill/>
            </a:ln>
          </p:spPr>
          <p:txBody>
            <a:bodyPr anchorCtr="0" anchor="ctr" bIns="37550" lIns="37550" spcFirstLastPara="1" rIns="37550" wrap="square" tIns="37550">
              <a:noAutofit/>
            </a:bodyPr>
            <a:lstStyle/>
            <a:p>
              <a:pPr indent="0" lvl="0" marL="0" marR="0" rtl="0" algn="ctr">
                <a:lnSpc>
                  <a:spcPct val="240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7" name="Google Shape;157;p2"/>
          <p:cNvGrpSpPr/>
          <p:nvPr/>
        </p:nvGrpSpPr>
        <p:grpSpPr>
          <a:xfrm rot="10800000">
            <a:off x="13949745" y="5286147"/>
            <a:ext cx="242163" cy="415198"/>
            <a:chOff x="0" y="-123825"/>
            <a:chExt cx="86271" cy="147916"/>
          </a:xfrm>
        </p:grpSpPr>
        <p:sp>
          <p:nvSpPr>
            <p:cNvPr id="158" name="Google Shape;158;p2"/>
            <p:cNvSpPr/>
            <p:nvPr/>
          </p:nvSpPr>
          <p:spPr>
            <a:xfrm>
              <a:off x="0" y="0"/>
              <a:ext cx="86271" cy="24091"/>
            </a:xfrm>
            <a:custGeom>
              <a:rect b="b" l="l" r="r" t="t"/>
              <a:pathLst>
                <a:path extrusionOk="0" h="24091" w="86271">
                  <a:moveTo>
                    <a:pt x="12045" y="0"/>
                  </a:moveTo>
                  <a:lnTo>
                    <a:pt x="74226" y="0"/>
                  </a:lnTo>
                  <a:cubicBezTo>
                    <a:pt x="77420" y="0"/>
                    <a:pt x="80484" y="1269"/>
                    <a:pt x="82743" y="3528"/>
                  </a:cubicBezTo>
                  <a:cubicBezTo>
                    <a:pt x="85002" y="5787"/>
                    <a:pt x="86271" y="8851"/>
                    <a:pt x="86271" y="12045"/>
                  </a:cubicBezTo>
                  <a:lnTo>
                    <a:pt x="86271" y="12045"/>
                  </a:lnTo>
                  <a:cubicBezTo>
                    <a:pt x="86271" y="18698"/>
                    <a:pt x="80878" y="24091"/>
                    <a:pt x="74226" y="24091"/>
                  </a:cubicBezTo>
                  <a:lnTo>
                    <a:pt x="12045" y="24091"/>
                  </a:lnTo>
                  <a:cubicBezTo>
                    <a:pt x="8851" y="24091"/>
                    <a:pt x="5787" y="22822"/>
                    <a:pt x="3528" y="20563"/>
                  </a:cubicBezTo>
                  <a:cubicBezTo>
                    <a:pt x="1269" y="18304"/>
                    <a:pt x="0" y="15240"/>
                    <a:pt x="0" y="12045"/>
                  </a:cubicBezTo>
                  <a:lnTo>
                    <a:pt x="0" y="12045"/>
                  </a:lnTo>
                  <a:cubicBezTo>
                    <a:pt x="0" y="8851"/>
                    <a:pt x="1269" y="5787"/>
                    <a:pt x="3528" y="3528"/>
                  </a:cubicBezTo>
                  <a:cubicBezTo>
                    <a:pt x="5787" y="1269"/>
                    <a:pt x="8851" y="0"/>
                    <a:pt x="12045" y="0"/>
                  </a:cubicBezTo>
                  <a:close/>
                </a:path>
              </a:pathLst>
            </a:custGeom>
            <a:solidFill>
              <a:srgbClr val="EAE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
            <p:cNvSpPr txBox="1"/>
            <p:nvPr/>
          </p:nvSpPr>
          <p:spPr>
            <a:xfrm>
              <a:off x="0" y="-123825"/>
              <a:ext cx="86271" cy="147916"/>
            </a:xfrm>
            <a:prstGeom prst="rect">
              <a:avLst/>
            </a:prstGeom>
            <a:noFill/>
            <a:ln>
              <a:noFill/>
            </a:ln>
          </p:spPr>
          <p:txBody>
            <a:bodyPr anchorCtr="0" anchor="ctr" bIns="37550" lIns="37550" spcFirstLastPara="1" rIns="37550" wrap="square" tIns="3755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0" name="Google Shape;160;p2"/>
          <p:cNvGrpSpPr/>
          <p:nvPr/>
        </p:nvGrpSpPr>
        <p:grpSpPr>
          <a:xfrm rot="10800000">
            <a:off x="14418937" y="5286147"/>
            <a:ext cx="242163" cy="415198"/>
            <a:chOff x="0" y="-123825"/>
            <a:chExt cx="86271" cy="147916"/>
          </a:xfrm>
        </p:grpSpPr>
        <p:sp>
          <p:nvSpPr>
            <p:cNvPr id="161" name="Google Shape;161;p2"/>
            <p:cNvSpPr/>
            <p:nvPr/>
          </p:nvSpPr>
          <p:spPr>
            <a:xfrm>
              <a:off x="0" y="0"/>
              <a:ext cx="86271" cy="24091"/>
            </a:xfrm>
            <a:custGeom>
              <a:rect b="b" l="l" r="r" t="t"/>
              <a:pathLst>
                <a:path extrusionOk="0" h="24091" w="86271">
                  <a:moveTo>
                    <a:pt x="12045" y="0"/>
                  </a:moveTo>
                  <a:lnTo>
                    <a:pt x="74226" y="0"/>
                  </a:lnTo>
                  <a:cubicBezTo>
                    <a:pt x="77420" y="0"/>
                    <a:pt x="80484" y="1269"/>
                    <a:pt x="82743" y="3528"/>
                  </a:cubicBezTo>
                  <a:cubicBezTo>
                    <a:pt x="85002" y="5787"/>
                    <a:pt x="86271" y="8851"/>
                    <a:pt x="86271" y="12045"/>
                  </a:cubicBezTo>
                  <a:lnTo>
                    <a:pt x="86271" y="12045"/>
                  </a:lnTo>
                  <a:cubicBezTo>
                    <a:pt x="86271" y="18698"/>
                    <a:pt x="80878" y="24091"/>
                    <a:pt x="74226" y="24091"/>
                  </a:cubicBezTo>
                  <a:lnTo>
                    <a:pt x="12045" y="24091"/>
                  </a:lnTo>
                  <a:cubicBezTo>
                    <a:pt x="8851" y="24091"/>
                    <a:pt x="5787" y="22822"/>
                    <a:pt x="3528" y="20563"/>
                  </a:cubicBezTo>
                  <a:cubicBezTo>
                    <a:pt x="1269" y="18304"/>
                    <a:pt x="0" y="15240"/>
                    <a:pt x="0" y="12045"/>
                  </a:cubicBezTo>
                  <a:lnTo>
                    <a:pt x="0" y="12045"/>
                  </a:lnTo>
                  <a:cubicBezTo>
                    <a:pt x="0" y="8851"/>
                    <a:pt x="1269" y="5787"/>
                    <a:pt x="3528" y="3528"/>
                  </a:cubicBezTo>
                  <a:cubicBezTo>
                    <a:pt x="5787" y="1269"/>
                    <a:pt x="8851" y="0"/>
                    <a:pt x="12045" y="0"/>
                  </a:cubicBezTo>
                  <a:close/>
                </a:path>
              </a:pathLst>
            </a:custGeom>
            <a:solidFill>
              <a:srgbClr val="EAE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
            <p:cNvSpPr txBox="1"/>
            <p:nvPr/>
          </p:nvSpPr>
          <p:spPr>
            <a:xfrm>
              <a:off x="0" y="-123825"/>
              <a:ext cx="86271" cy="147916"/>
            </a:xfrm>
            <a:prstGeom prst="rect">
              <a:avLst/>
            </a:prstGeom>
            <a:noFill/>
            <a:ln>
              <a:noFill/>
            </a:ln>
          </p:spPr>
          <p:txBody>
            <a:bodyPr anchorCtr="0" anchor="ctr" bIns="37550" lIns="37550" spcFirstLastPara="1" rIns="37550" wrap="square" tIns="3755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3" name="Google Shape;163;p2"/>
          <p:cNvGrpSpPr/>
          <p:nvPr/>
        </p:nvGrpSpPr>
        <p:grpSpPr>
          <a:xfrm>
            <a:off x="13645912" y="5911214"/>
            <a:ext cx="1346392" cy="691618"/>
            <a:chOff x="0" y="-123825"/>
            <a:chExt cx="597833" cy="307096"/>
          </a:xfrm>
        </p:grpSpPr>
        <p:sp>
          <p:nvSpPr>
            <p:cNvPr id="164" name="Google Shape;164;p2"/>
            <p:cNvSpPr/>
            <p:nvPr/>
          </p:nvSpPr>
          <p:spPr>
            <a:xfrm>
              <a:off x="0" y="0"/>
              <a:ext cx="597833" cy="183271"/>
            </a:xfrm>
            <a:custGeom>
              <a:rect b="b" l="l" r="r" t="t"/>
              <a:pathLst>
                <a:path extrusionOk="0" h="183271" w="597833">
                  <a:moveTo>
                    <a:pt x="203200" y="183271"/>
                  </a:moveTo>
                  <a:lnTo>
                    <a:pt x="394633" y="183271"/>
                  </a:lnTo>
                  <a:lnTo>
                    <a:pt x="597833" y="0"/>
                  </a:lnTo>
                  <a:lnTo>
                    <a:pt x="0" y="0"/>
                  </a:lnTo>
                  <a:lnTo>
                    <a:pt x="203200" y="183271"/>
                  </a:lnTo>
                  <a:close/>
                </a:path>
              </a:pathLst>
            </a:custGeom>
            <a:solidFill>
              <a:srgbClr val="0B1541"/>
            </a:solidFill>
            <a:ln>
              <a:noFill/>
            </a:ln>
          </p:spPr>
        </p:sp>
        <p:sp>
          <p:nvSpPr>
            <p:cNvPr id="165" name="Google Shape;165;p2"/>
            <p:cNvSpPr txBox="1"/>
            <p:nvPr/>
          </p:nvSpPr>
          <p:spPr>
            <a:xfrm>
              <a:off x="127000" y="-123825"/>
              <a:ext cx="343833" cy="307096"/>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6" name="Google Shape;166;p2"/>
          <p:cNvGrpSpPr/>
          <p:nvPr/>
        </p:nvGrpSpPr>
        <p:grpSpPr>
          <a:xfrm>
            <a:off x="13625882" y="6034974"/>
            <a:ext cx="151641" cy="1866278"/>
            <a:chOff x="0" y="-123825"/>
            <a:chExt cx="39938" cy="491530"/>
          </a:xfrm>
        </p:grpSpPr>
        <p:sp>
          <p:nvSpPr>
            <p:cNvPr id="167" name="Google Shape;167;p2"/>
            <p:cNvSpPr/>
            <p:nvPr/>
          </p:nvSpPr>
          <p:spPr>
            <a:xfrm>
              <a:off x="0" y="0"/>
              <a:ext cx="39938" cy="367705"/>
            </a:xfrm>
            <a:custGeom>
              <a:rect b="b" l="l" r="r" t="t"/>
              <a:pathLst>
                <a:path extrusionOk="0" h="367705" w="39938">
                  <a:moveTo>
                    <a:pt x="0" y="0"/>
                  </a:moveTo>
                  <a:lnTo>
                    <a:pt x="39938" y="0"/>
                  </a:lnTo>
                  <a:lnTo>
                    <a:pt x="39938" y="367705"/>
                  </a:lnTo>
                  <a:lnTo>
                    <a:pt x="0" y="367705"/>
                  </a:lnTo>
                  <a:close/>
                </a:path>
              </a:pathLst>
            </a:custGeom>
            <a:solidFill>
              <a:srgbClr val="0B1541"/>
            </a:solidFill>
            <a:ln>
              <a:noFill/>
            </a:ln>
          </p:spPr>
        </p:sp>
        <p:sp>
          <p:nvSpPr>
            <p:cNvPr id="168" name="Google Shape;168;p2"/>
            <p:cNvSpPr txBox="1"/>
            <p:nvPr/>
          </p:nvSpPr>
          <p:spPr>
            <a:xfrm>
              <a:off x="0" y="-123825"/>
              <a:ext cx="39938" cy="491530"/>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9" name="Google Shape;169;p2"/>
          <p:cNvGrpSpPr/>
          <p:nvPr/>
        </p:nvGrpSpPr>
        <p:grpSpPr>
          <a:xfrm>
            <a:off x="14868121" y="6034974"/>
            <a:ext cx="151641" cy="1866278"/>
            <a:chOff x="0" y="-123825"/>
            <a:chExt cx="39938" cy="491530"/>
          </a:xfrm>
        </p:grpSpPr>
        <p:sp>
          <p:nvSpPr>
            <p:cNvPr id="170" name="Google Shape;170;p2"/>
            <p:cNvSpPr/>
            <p:nvPr/>
          </p:nvSpPr>
          <p:spPr>
            <a:xfrm>
              <a:off x="0" y="0"/>
              <a:ext cx="39938" cy="367705"/>
            </a:xfrm>
            <a:custGeom>
              <a:rect b="b" l="l" r="r" t="t"/>
              <a:pathLst>
                <a:path extrusionOk="0" h="367705" w="39938">
                  <a:moveTo>
                    <a:pt x="0" y="0"/>
                  </a:moveTo>
                  <a:lnTo>
                    <a:pt x="39938" y="0"/>
                  </a:lnTo>
                  <a:lnTo>
                    <a:pt x="39938" y="367705"/>
                  </a:lnTo>
                  <a:lnTo>
                    <a:pt x="0" y="367705"/>
                  </a:lnTo>
                  <a:close/>
                </a:path>
              </a:pathLst>
            </a:custGeom>
            <a:solidFill>
              <a:srgbClr val="0B1541"/>
            </a:solidFill>
            <a:ln>
              <a:noFill/>
            </a:ln>
          </p:spPr>
        </p:sp>
        <p:sp>
          <p:nvSpPr>
            <p:cNvPr id="171" name="Google Shape;171;p2"/>
            <p:cNvSpPr txBox="1"/>
            <p:nvPr/>
          </p:nvSpPr>
          <p:spPr>
            <a:xfrm>
              <a:off x="0" y="-123825"/>
              <a:ext cx="39938" cy="491530"/>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2" name="Google Shape;172;p2"/>
          <p:cNvGrpSpPr/>
          <p:nvPr/>
        </p:nvGrpSpPr>
        <p:grpSpPr>
          <a:xfrm rot="10800000">
            <a:off x="13645912" y="7750782"/>
            <a:ext cx="1346392" cy="691618"/>
            <a:chOff x="0" y="-123825"/>
            <a:chExt cx="597833" cy="307096"/>
          </a:xfrm>
        </p:grpSpPr>
        <p:sp>
          <p:nvSpPr>
            <p:cNvPr id="173" name="Google Shape;173;p2"/>
            <p:cNvSpPr/>
            <p:nvPr/>
          </p:nvSpPr>
          <p:spPr>
            <a:xfrm>
              <a:off x="0" y="0"/>
              <a:ext cx="597833" cy="183271"/>
            </a:xfrm>
            <a:custGeom>
              <a:rect b="b" l="l" r="r" t="t"/>
              <a:pathLst>
                <a:path extrusionOk="0" h="183271" w="597833">
                  <a:moveTo>
                    <a:pt x="203200" y="183271"/>
                  </a:moveTo>
                  <a:lnTo>
                    <a:pt x="394633" y="183271"/>
                  </a:lnTo>
                  <a:lnTo>
                    <a:pt x="597833" y="0"/>
                  </a:lnTo>
                  <a:lnTo>
                    <a:pt x="0" y="0"/>
                  </a:lnTo>
                  <a:lnTo>
                    <a:pt x="203200" y="183271"/>
                  </a:lnTo>
                  <a:close/>
                </a:path>
              </a:pathLst>
            </a:custGeom>
            <a:solidFill>
              <a:srgbClr val="0B1541"/>
            </a:solidFill>
            <a:ln>
              <a:noFill/>
            </a:ln>
          </p:spPr>
        </p:sp>
        <p:sp>
          <p:nvSpPr>
            <p:cNvPr id="174" name="Google Shape;174;p2"/>
            <p:cNvSpPr txBox="1"/>
            <p:nvPr/>
          </p:nvSpPr>
          <p:spPr>
            <a:xfrm>
              <a:off x="127000" y="-123825"/>
              <a:ext cx="343833" cy="307096"/>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5" name="Google Shape;175;p2"/>
          <p:cNvGrpSpPr/>
          <p:nvPr/>
        </p:nvGrpSpPr>
        <p:grpSpPr>
          <a:xfrm rot="-9870462">
            <a:off x="14955008" y="6343247"/>
            <a:ext cx="254489" cy="432867"/>
            <a:chOff x="0" y="-120682"/>
            <a:chExt cx="90662" cy="154210"/>
          </a:xfrm>
        </p:grpSpPr>
        <p:sp>
          <p:nvSpPr>
            <p:cNvPr id="176" name="Google Shape;176;p2"/>
            <p:cNvSpPr/>
            <p:nvPr/>
          </p:nvSpPr>
          <p:spPr>
            <a:xfrm>
              <a:off x="0" y="0"/>
              <a:ext cx="90662" cy="33528"/>
            </a:xfrm>
            <a:custGeom>
              <a:rect b="b" l="l" r="r" t="t"/>
              <a:pathLst>
                <a:path extrusionOk="0" h="33528" w="90662">
                  <a:moveTo>
                    <a:pt x="45331" y="0"/>
                  </a:moveTo>
                  <a:cubicBezTo>
                    <a:pt x="20295" y="0"/>
                    <a:pt x="0" y="7506"/>
                    <a:pt x="0" y="16764"/>
                  </a:cubicBezTo>
                  <a:cubicBezTo>
                    <a:pt x="0" y="26023"/>
                    <a:pt x="20295" y="33528"/>
                    <a:pt x="45331" y="33528"/>
                  </a:cubicBezTo>
                  <a:cubicBezTo>
                    <a:pt x="70367" y="33528"/>
                    <a:pt x="90662" y="26023"/>
                    <a:pt x="90662" y="16764"/>
                  </a:cubicBezTo>
                  <a:cubicBezTo>
                    <a:pt x="90662" y="7506"/>
                    <a:pt x="70367" y="0"/>
                    <a:pt x="45331" y="0"/>
                  </a:cubicBezTo>
                  <a:close/>
                </a:path>
              </a:pathLst>
            </a:custGeom>
            <a:solidFill>
              <a:srgbClr val="275C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
            <p:cNvSpPr txBox="1"/>
            <p:nvPr/>
          </p:nvSpPr>
          <p:spPr>
            <a:xfrm>
              <a:off x="8500" y="-120682"/>
              <a:ext cx="73663" cy="151067"/>
            </a:xfrm>
            <a:prstGeom prst="rect">
              <a:avLst/>
            </a:prstGeom>
            <a:noFill/>
            <a:ln>
              <a:noFill/>
            </a:ln>
          </p:spPr>
          <p:txBody>
            <a:bodyPr anchorCtr="0" anchor="ctr" bIns="37550" lIns="37550" spcFirstLastPara="1" rIns="37550" wrap="square" tIns="37550">
              <a:noAutofit/>
            </a:bodyPr>
            <a:lstStyle/>
            <a:p>
              <a:pPr indent="0" lvl="0" marL="0" marR="0" rtl="0" algn="ctr">
                <a:lnSpc>
                  <a:spcPct val="240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8" name="Google Shape;178;p2"/>
          <p:cNvGrpSpPr/>
          <p:nvPr/>
        </p:nvGrpSpPr>
        <p:grpSpPr>
          <a:xfrm rot="9883450">
            <a:off x="13400688" y="6343001"/>
            <a:ext cx="254489" cy="432867"/>
            <a:chOff x="0" y="-120682"/>
            <a:chExt cx="90662" cy="154210"/>
          </a:xfrm>
        </p:grpSpPr>
        <p:sp>
          <p:nvSpPr>
            <p:cNvPr id="179" name="Google Shape;179;p2"/>
            <p:cNvSpPr/>
            <p:nvPr/>
          </p:nvSpPr>
          <p:spPr>
            <a:xfrm>
              <a:off x="0" y="0"/>
              <a:ext cx="90662" cy="33528"/>
            </a:xfrm>
            <a:custGeom>
              <a:rect b="b" l="l" r="r" t="t"/>
              <a:pathLst>
                <a:path extrusionOk="0" h="33528" w="90662">
                  <a:moveTo>
                    <a:pt x="45331" y="0"/>
                  </a:moveTo>
                  <a:cubicBezTo>
                    <a:pt x="20295" y="0"/>
                    <a:pt x="0" y="7506"/>
                    <a:pt x="0" y="16764"/>
                  </a:cubicBezTo>
                  <a:cubicBezTo>
                    <a:pt x="0" y="26023"/>
                    <a:pt x="20295" y="33528"/>
                    <a:pt x="45331" y="33528"/>
                  </a:cubicBezTo>
                  <a:cubicBezTo>
                    <a:pt x="70367" y="33528"/>
                    <a:pt x="90662" y="26023"/>
                    <a:pt x="90662" y="16764"/>
                  </a:cubicBezTo>
                  <a:cubicBezTo>
                    <a:pt x="90662" y="7506"/>
                    <a:pt x="70367" y="0"/>
                    <a:pt x="45331" y="0"/>
                  </a:cubicBezTo>
                  <a:close/>
                </a:path>
              </a:pathLst>
            </a:custGeom>
            <a:solidFill>
              <a:srgbClr val="275C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
            <p:cNvSpPr txBox="1"/>
            <p:nvPr/>
          </p:nvSpPr>
          <p:spPr>
            <a:xfrm>
              <a:off x="8500" y="-120682"/>
              <a:ext cx="73663" cy="151067"/>
            </a:xfrm>
            <a:prstGeom prst="rect">
              <a:avLst/>
            </a:prstGeom>
            <a:noFill/>
            <a:ln>
              <a:noFill/>
            </a:ln>
          </p:spPr>
          <p:txBody>
            <a:bodyPr anchorCtr="0" anchor="ctr" bIns="37550" lIns="37550" spcFirstLastPara="1" rIns="37550" wrap="square" tIns="37550">
              <a:noAutofit/>
            </a:bodyPr>
            <a:lstStyle/>
            <a:p>
              <a:pPr indent="0" lvl="0" marL="0" marR="0" rtl="0" algn="ctr">
                <a:lnSpc>
                  <a:spcPct val="240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1" name="Google Shape;181;p2"/>
          <p:cNvGrpSpPr/>
          <p:nvPr/>
        </p:nvGrpSpPr>
        <p:grpSpPr>
          <a:xfrm>
            <a:off x="15528714" y="8599850"/>
            <a:ext cx="1613838" cy="1209829"/>
            <a:chOff x="-82977" y="-208538"/>
            <a:chExt cx="2151783" cy="1613105"/>
          </a:xfrm>
        </p:grpSpPr>
        <p:grpSp>
          <p:nvGrpSpPr>
            <p:cNvPr id="182" name="Google Shape;182;p2"/>
            <p:cNvGrpSpPr/>
            <p:nvPr/>
          </p:nvGrpSpPr>
          <p:grpSpPr>
            <a:xfrm rot="-1301850">
              <a:off x="27539" y="114080"/>
              <a:ext cx="1930752" cy="967869"/>
              <a:chOff x="0" y="-94484"/>
              <a:chExt cx="812800" cy="407450"/>
            </a:xfrm>
          </p:grpSpPr>
          <p:sp>
            <p:nvSpPr>
              <p:cNvPr id="183" name="Google Shape;183;p2"/>
              <p:cNvSpPr/>
              <p:nvPr/>
            </p:nvSpPr>
            <p:spPr>
              <a:xfrm>
                <a:off x="0" y="0"/>
                <a:ext cx="812800" cy="312966"/>
              </a:xfrm>
              <a:custGeom>
                <a:rect b="b" l="l" r="r" t="t"/>
                <a:pathLst>
                  <a:path extrusionOk="0" h="312966" w="812800">
                    <a:moveTo>
                      <a:pt x="406400" y="0"/>
                    </a:moveTo>
                    <a:cubicBezTo>
                      <a:pt x="181951" y="0"/>
                      <a:pt x="0" y="70060"/>
                      <a:pt x="0" y="156483"/>
                    </a:cubicBezTo>
                    <a:cubicBezTo>
                      <a:pt x="0" y="242906"/>
                      <a:pt x="181951" y="312966"/>
                      <a:pt x="406400" y="312966"/>
                    </a:cubicBezTo>
                    <a:cubicBezTo>
                      <a:pt x="630849" y="312966"/>
                      <a:pt x="812800" y="242906"/>
                      <a:pt x="812800" y="156483"/>
                    </a:cubicBezTo>
                    <a:cubicBezTo>
                      <a:pt x="812800" y="70060"/>
                      <a:pt x="630849" y="0"/>
                      <a:pt x="406400" y="0"/>
                    </a:cubicBezTo>
                    <a:close/>
                  </a:path>
                </a:pathLst>
              </a:custGeom>
              <a:solidFill>
                <a:srgbClr val="FF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
              <p:cNvSpPr txBox="1"/>
              <p:nvPr/>
            </p:nvSpPr>
            <p:spPr>
              <a:xfrm>
                <a:off x="76200" y="-94484"/>
                <a:ext cx="660400" cy="378110"/>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5" name="Google Shape;185;p2"/>
            <p:cNvGrpSpPr/>
            <p:nvPr/>
          </p:nvGrpSpPr>
          <p:grpSpPr>
            <a:xfrm rot="-1301850">
              <a:off x="697694" y="335460"/>
              <a:ext cx="659140" cy="697761"/>
              <a:chOff x="0" y="-47625"/>
              <a:chExt cx="812800" cy="860425"/>
            </a:xfrm>
          </p:grpSpPr>
          <p:sp>
            <p:nvSpPr>
              <p:cNvPr id="186" name="Google Shape;186;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88" name="Google Shape;188;p2"/>
          <p:cNvGrpSpPr/>
          <p:nvPr/>
        </p:nvGrpSpPr>
        <p:grpSpPr>
          <a:xfrm>
            <a:off x="11466097" y="7810236"/>
            <a:ext cx="725902" cy="1448064"/>
            <a:chOff x="-224441" y="1"/>
            <a:chExt cx="967869" cy="1930752"/>
          </a:xfrm>
        </p:grpSpPr>
        <p:grpSp>
          <p:nvGrpSpPr>
            <p:cNvPr id="189" name="Google Shape;189;p2"/>
            <p:cNvGrpSpPr/>
            <p:nvPr/>
          </p:nvGrpSpPr>
          <p:grpSpPr>
            <a:xfrm rot="-5400000">
              <a:off x="-705882" y="481442"/>
              <a:ext cx="1930752" cy="967869"/>
              <a:chOff x="0" y="-94484"/>
              <a:chExt cx="812800" cy="407450"/>
            </a:xfrm>
          </p:grpSpPr>
          <p:sp>
            <p:nvSpPr>
              <p:cNvPr id="190" name="Google Shape;190;p2"/>
              <p:cNvSpPr/>
              <p:nvPr/>
            </p:nvSpPr>
            <p:spPr>
              <a:xfrm>
                <a:off x="0" y="0"/>
                <a:ext cx="812800" cy="312966"/>
              </a:xfrm>
              <a:custGeom>
                <a:rect b="b" l="l" r="r" t="t"/>
                <a:pathLst>
                  <a:path extrusionOk="0" h="312966" w="812800">
                    <a:moveTo>
                      <a:pt x="406400" y="0"/>
                    </a:moveTo>
                    <a:cubicBezTo>
                      <a:pt x="181951" y="0"/>
                      <a:pt x="0" y="70060"/>
                      <a:pt x="0" y="156483"/>
                    </a:cubicBezTo>
                    <a:cubicBezTo>
                      <a:pt x="0" y="242906"/>
                      <a:pt x="181951" y="312966"/>
                      <a:pt x="406400" y="312966"/>
                    </a:cubicBezTo>
                    <a:cubicBezTo>
                      <a:pt x="630849" y="312966"/>
                      <a:pt x="812800" y="242906"/>
                      <a:pt x="812800" y="156483"/>
                    </a:cubicBezTo>
                    <a:cubicBezTo>
                      <a:pt x="812800" y="70060"/>
                      <a:pt x="630849" y="0"/>
                      <a:pt x="406400" y="0"/>
                    </a:cubicBezTo>
                    <a:close/>
                  </a:path>
                </a:pathLst>
              </a:custGeom>
              <a:solidFill>
                <a:srgbClr val="1F3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
              <p:cNvSpPr txBox="1"/>
              <p:nvPr/>
            </p:nvSpPr>
            <p:spPr>
              <a:xfrm>
                <a:off x="76200" y="-94484"/>
                <a:ext cx="660400" cy="378110"/>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2" name="Google Shape;192;p2"/>
            <p:cNvGrpSpPr/>
            <p:nvPr/>
          </p:nvGrpSpPr>
          <p:grpSpPr>
            <a:xfrm rot="-5400000">
              <a:off x="22833" y="616495"/>
              <a:ext cx="659140" cy="697761"/>
              <a:chOff x="0" y="-47625"/>
              <a:chExt cx="812800" cy="860425"/>
            </a:xfrm>
          </p:grpSpPr>
          <p:sp>
            <p:nvSpPr>
              <p:cNvPr id="193" name="Google Shape;193;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95" name="Google Shape;195;p2"/>
          <p:cNvSpPr txBox="1"/>
          <p:nvPr/>
        </p:nvSpPr>
        <p:spPr>
          <a:xfrm>
            <a:off x="2617232" y="4874618"/>
            <a:ext cx="2770263" cy="558800"/>
          </a:xfrm>
          <a:prstGeom prst="rect">
            <a:avLst/>
          </a:prstGeom>
          <a:noFill/>
          <a:ln>
            <a:noFill/>
          </a:ln>
        </p:spPr>
        <p:txBody>
          <a:bodyPr anchorCtr="0" anchor="t" bIns="0" lIns="0" spcFirstLastPara="1" rIns="0" wrap="square" tIns="0">
            <a:spAutoFit/>
          </a:bodyPr>
          <a:lstStyle/>
          <a:p>
            <a:pPr indent="0" lvl="0" marL="0" marR="0" rtl="0" algn="l">
              <a:lnSpc>
                <a:spcPct val="110005"/>
              </a:lnSpc>
              <a:spcBef>
                <a:spcPts val="0"/>
              </a:spcBef>
              <a:spcAft>
                <a:spcPts val="0"/>
              </a:spcAft>
              <a:buNone/>
            </a:pPr>
            <a:r>
              <a:rPr b="1" i="0" lang="en-US" sz="1999" u="none" cap="none" strike="noStrike">
                <a:solidFill>
                  <a:srgbClr val="FFFFFF"/>
                </a:solidFill>
                <a:latin typeface="Arial"/>
                <a:ea typeface="Arial"/>
                <a:cs typeface="Arial"/>
                <a:sym typeface="Arial"/>
              </a:rPr>
              <a:t>MỤC TIÊU CỦA DỰ ÁN</a:t>
            </a:r>
            <a:endParaRPr/>
          </a:p>
        </p:txBody>
      </p:sp>
      <p:sp>
        <p:nvSpPr>
          <p:cNvPr id="196" name="Google Shape;196;p2"/>
          <p:cNvSpPr txBox="1"/>
          <p:nvPr/>
        </p:nvSpPr>
        <p:spPr>
          <a:xfrm>
            <a:off x="2617232" y="5910119"/>
            <a:ext cx="2770263" cy="282575"/>
          </a:xfrm>
          <a:prstGeom prst="rect">
            <a:avLst/>
          </a:prstGeom>
          <a:noFill/>
          <a:ln>
            <a:noFill/>
          </a:ln>
        </p:spPr>
        <p:txBody>
          <a:bodyPr anchorCtr="0" anchor="t" bIns="0" lIns="0" spcFirstLastPara="1" rIns="0" wrap="square" tIns="0">
            <a:spAutoFit/>
          </a:bodyPr>
          <a:lstStyle/>
          <a:p>
            <a:pPr indent="0" lvl="0" marL="0" marR="0" rtl="0" algn="l">
              <a:lnSpc>
                <a:spcPct val="110005"/>
              </a:lnSpc>
              <a:spcBef>
                <a:spcPts val="0"/>
              </a:spcBef>
              <a:spcAft>
                <a:spcPts val="0"/>
              </a:spcAft>
              <a:buNone/>
            </a:pPr>
            <a:r>
              <a:rPr b="1" i="0" lang="en-US" sz="1999" u="none" cap="none" strike="noStrike">
                <a:solidFill>
                  <a:srgbClr val="FFFFFF"/>
                </a:solidFill>
                <a:latin typeface="Arial"/>
                <a:ea typeface="Arial"/>
                <a:cs typeface="Arial"/>
                <a:sym typeface="Arial"/>
              </a:rPr>
              <a:t>PHÂN TÍCH DỮ LIỆU</a:t>
            </a:r>
            <a:endParaRPr/>
          </a:p>
        </p:txBody>
      </p:sp>
      <p:sp>
        <p:nvSpPr>
          <p:cNvPr id="197" name="Google Shape;197;p2"/>
          <p:cNvSpPr txBox="1"/>
          <p:nvPr/>
        </p:nvSpPr>
        <p:spPr>
          <a:xfrm>
            <a:off x="2613849" y="6898251"/>
            <a:ext cx="3592661" cy="282575"/>
          </a:xfrm>
          <a:prstGeom prst="rect">
            <a:avLst/>
          </a:prstGeom>
          <a:noFill/>
          <a:ln>
            <a:noFill/>
          </a:ln>
        </p:spPr>
        <p:txBody>
          <a:bodyPr anchorCtr="0" anchor="t" bIns="0" lIns="0" spcFirstLastPara="1" rIns="0" wrap="square" tIns="0">
            <a:spAutoFit/>
          </a:bodyPr>
          <a:lstStyle/>
          <a:p>
            <a:pPr indent="0" lvl="0" marL="0" marR="0" rtl="0" algn="l">
              <a:lnSpc>
                <a:spcPct val="110005"/>
              </a:lnSpc>
              <a:spcBef>
                <a:spcPts val="0"/>
              </a:spcBef>
              <a:spcAft>
                <a:spcPts val="0"/>
              </a:spcAft>
              <a:buNone/>
            </a:pPr>
            <a:r>
              <a:rPr b="1" i="0" lang="en-US" sz="1999" u="none" cap="none" strike="noStrike">
                <a:solidFill>
                  <a:srgbClr val="FFFFFF"/>
                </a:solidFill>
                <a:latin typeface="Arial"/>
                <a:ea typeface="Arial"/>
                <a:cs typeface="Arial"/>
                <a:sym typeface="Arial"/>
              </a:rPr>
              <a:t>XÂY DỰNG MÔ HÌNH</a:t>
            </a:r>
            <a:endParaRPr/>
          </a:p>
        </p:txBody>
      </p:sp>
      <p:sp>
        <p:nvSpPr>
          <p:cNvPr id="198" name="Google Shape;198;p2"/>
          <p:cNvSpPr txBox="1"/>
          <p:nvPr/>
        </p:nvSpPr>
        <p:spPr>
          <a:xfrm>
            <a:off x="6858033" y="4874618"/>
            <a:ext cx="2770263" cy="558800"/>
          </a:xfrm>
          <a:prstGeom prst="rect">
            <a:avLst/>
          </a:prstGeom>
          <a:noFill/>
          <a:ln>
            <a:noFill/>
          </a:ln>
        </p:spPr>
        <p:txBody>
          <a:bodyPr anchorCtr="0" anchor="t" bIns="0" lIns="0" spcFirstLastPara="1" rIns="0" wrap="square" tIns="0">
            <a:spAutoFit/>
          </a:bodyPr>
          <a:lstStyle/>
          <a:p>
            <a:pPr indent="0" lvl="0" marL="0" marR="0" rtl="0" algn="l">
              <a:lnSpc>
                <a:spcPct val="110005"/>
              </a:lnSpc>
              <a:spcBef>
                <a:spcPts val="0"/>
              </a:spcBef>
              <a:spcAft>
                <a:spcPts val="0"/>
              </a:spcAft>
              <a:buNone/>
            </a:pPr>
            <a:r>
              <a:rPr b="1" i="0" lang="en-US" sz="1999" u="none" cap="none" strike="noStrike">
                <a:solidFill>
                  <a:srgbClr val="FFFFFF"/>
                </a:solidFill>
                <a:latin typeface="Arial"/>
                <a:ea typeface="Arial"/>
                <a:cs typeface="Arial"/>
                <a:sym typeface="Arial"/>
              </a:rPr>
              <a:t>ỨNG DỤNG CỦA MÔ HÌNH</a:t>
            </a:r>
            <a:endParaRPr/>
          </a:p>
        </p:txBody>
      </p:sp>
      <p:sp>
        <p:nvSpPr>
          <p:cNvPr id="199" name="Google Shape;199;p2"/>
          <p:cNvSpPr txBox="1"/>
          <p:nvPr/>
        </p:nvSpPr>
        <p:spPr>
          <a:xfrm>
            <a:off x="6861321" y="5907508"/>
            <a:ext cx="3592661" cy="282575"/>
          </a:xfrm>
          <a:prstGeom prst="rect">
            <a:avLst/>
          </a:prstGeom>
          <a:noFill/>
          <a:ln>
            <a:noFill/>
          </a:ln>
        </p:spPr>
        <p:txBody>
          <a:bodyPr anchorCtr="0" anchor="t" bIns="0" lIns="0" spcFirstLastPara="1" rIns="0" wrap="square" tIns="0">
            <a:spAutoFit/>
          </a:bodyPr>
          <a:lstStyle/>
          <a:p>
            <a:pPr indent="0" lvl="0" marL="0" marR="0" rtl="0" algn="l">
              <a:lnSpc>
                <a:spcPct val="110005"/>
              </a:lnSpc>
              <a:spcBef>
                <a:spcPts val="0"/>
              </a:spcBef>
              <a:spcAft>
                <a:spcPts val="0"/>
              </a:spcAft>
              <a:buNone/>
            </a:pPr>
            <a:r>
              <a:rPr b="1" i="0" lang="en-US" sz="1999" u="none" cap="none" strike="noStrike">
                <a:solidFill>
                  <a:srgbClr val="FFFFFF"/>
                </a:solidFill>
                <a:latin typeface="Arial"/>
                <a:ea typeface="Arial"/>
                <a:cs typeface="Arial"/>
                <a:sym typeface="Arial"/>
              </a:rPr>
              <a:t>KẾT LUẬN VÀ ĐỀ XUẤT</a:t>
            </a:r>
            <a:endParaRPr/>
          </a:p>
        </p:txBody>
      </p:sp>
      <p:sp>
        <p:nvSpPr>
          <p:cNvPr id="200" name="Google Shape;200;p2"/>
          <p:cNvSpPr txBox="1"/>
          <p:nvPr/>
        </p:nvSpPr>
        <p:spPr>
          <a:xfrm>
            <a:off x="2669391" y="1945533"/>
            <a:ext cx="12949219" cy="86677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6000" u="none" cap="none" strike="noStrike">
                <a:solidFill>
                  <a:srgbClr val="FFFFFF"/>
                </a:solidFill>
                <a:latin typeface="Arial"/>
                <a:ea typeface="Arial"/>
                <a:cs typeface="Arial"/>
                <a:sym typeface="Arial"/>
              </a:rPr>
              <a:t>CÁC VẤN ĐỀ CẦN GIẢI QUYẾT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AD00"/>
        </a:solidFill>
      </p:bgPr>
    </p:bg>
    <p:spTree>
      <p:nvGrpSpPr>
        <p:cNvPr id="204" name="Shape 204"/>
        <p:cNvGrpSpPr/>
        <p:nvPr/>
      </p:nvGrpSpPr>
      <p:grpSpPr>
        <a:xfrm>
          <a:off x="0" y="0"/>
          <a:ext cx="0" cy="0"/>
          <a:chOff x="0" y="0"/>
          <a:chExt cx="0" cy="0"/>
        </a:xfrm>
      </p:grpSpPr>
      <p:grpSp>
        <p:nvGrpSpPr>
          <p:cNvPr id="205" name="Google Shape;205;p3"/>
          <p:cNvGrpSpPr/>
          <p:nvPr/>
        </p:nvGrpSpPr>
        <p:grpSpPr>
          <a:xfrm rot="-5400000">
            <a:off x="-2026625" y="513375"/>
            <a:ext cx="11215802" cy="9093448"/>
            <a:chOff x="0" y="-123825"/>
            <a:chExt cx="2953956" cy="2394982"/>
          </a:xfrm>
        </p:grpSpPr>
        <p:sp>
          <p:nvSpPr>
            <p:cNvPr id="206" name="Google Shape;206;p3"/>
            <p:cNvSpPr/>
            <p:nvPr/>
          </p:nvSpPr>
          <p:spPr>
            <a:xfrm>
              <a:off x="0" y="0"/>
              <a:ext cx="2953956" cy="2271157"/>
            </a:xfrm>
            <a:custGeom>
              <a:rect b="b" l="l" r="r" t="t"/>
              <a:pathLst>
                <a:path extrusionOk="0" h="2271157" w="2953956">
                  <a:moveTo>
                    <a:pt x="0" y="0"/>
                  </a:moveTo>
                  <a:lnTo>
                    <a:pt x="2953956" y="0"/>
                  </a:lnTo>
                  <a:lnTo>
                    <a:pt x="2953956" y="2271157"/>
                  </a:lnTo>
                  <a:lnTo>
                    <a:pt x="0" y="2271157"/>
                  </a:lnTo>
                  <a:close/>
                </a:path>
              </a:pathLst>
            </a:custGeom>
            <a:solidFill>
              <a:srgbClr val="0B1541"/>
            </a:solidFill>
            <a:ln>
              <a:noFill/>
            </a:ln>
          </p:spPr>
        </p:sp>
        <p:sp>
          <p:nvSpPr>
            <p:cNvPr id="207" name="Google Shape;207;p3"/>
            <p:cNvSpPr txBox="1"/>
            <p:nvPr/>
          </p:nvSpPr>
          <p:spPr>
            <a:xfrm>
              <a:off x="0" y="-123825"/>
              <a:ext cx="2953956" cy="2394982"/>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8" name="Google Shape;208;p3"/>
          <p:cNvSpPr/>
          <p:nvPr/>
        </p:nvSpPr>
        <p:spPr>
          <a:xfrm>
            <a:off x="1028700" y="1475172"/>
            <a:ext cx="937546" cy="953143"/>
          </a:xfrm>
          <a:custGeom>
            <a:rect b="b" l="l" r="r" t="t"/>
            <a:pathLst>
              <a:path extrusionOk="0" h="953143" w="937546">
                <a:moveTo>
                  <a:pt x="0" y="0"/>
                </a:moveTo>
                <a:lnTo>
                  <a:pt x="937546" y="0"/>
                </a:lnTo>
                <a:lnTo>
                  <a:pt x="937546" y="953143"/>
                </a:lnTo>
                <a:lnTo>
                  <a:pt x="0" y="953143"/>
                </a:lnTo>
                <a:lnTo>
                  <a:pt x="0" y="0"/>
                </a:lnTo>
                <a:close/>
              </a:path>
            </a:pathLst>
          </a:custGeom>
          <a:blipFill rotWithShape="1">
            <a:blip r:embed="rId3">
              <a:alphaModFix/>
            </a:blip>
            <a:stretch>
              <a:fillRect b="0" l="0" r="0" t="0"/>
            </a:stretch>
          </a:blipFill>
          <a:ln>
            <a:noFill/>
          </a:ln>
        </p:spPr>
      </p:sp>
      <p:grpSp>
        <p:nvGrpSpPr>
          <p:cNvPr id="209" name="Google Shape;209;p3"/>
          <p:cNvGrpSpPr/>
          <p:nvPr/>
        </p:nvGrpSpPr>
        <p:grpSpPr>
          <a:xfrm rot="-5400000">
            <a:off x="10715187" y="4826365"/>
            <a:ext cx="12020550" cy="634269"/>
            <a:chOff x="0" y="-123825"/>
            <a:chExt cx="3165906" cy="167051"/>
          </a:xfrm>
        </p:grpSpPr>
        <p:sp>
          <p:nvSpPr>
            <p:cNvPr id="210" name="Google Shape;210;p3"/>
            <p:cNvSpPr/>
            <p:nvPr/>
          </p:nvSpPr>
          <p:spPr>
            <a:xfrm>
              <a:off x="0" y="0"/>
              <a:ext cx="3165906" cy="43226"/>
            </a:xfrm>
            <a:custGeom>
              <a:rect b="b" l="l" r="r" t="t"/>
              <a:pathLst>
                <a:path extrusionOk="0" h="43226" w="3165906">
                  <a:moveTo>
                    <a:pt x="0" y="0"/>
                  </a:moveTo>
                  <a:lnTo>
                    <a:pt x="3165906" y="0"/>
                  </a:lnTo>
                  <a:lnTo>
                    <a:pt x="3165906" y="43226"/>
                  </a:lnTo>
                  <a:lnTo>
                    <a:pt x="0" y="43226"/>
                  </a:lnTo>
                  <a:close/>
                </a:path>
              </a:pathLst>
            </a:custGeom>
            <a:solidFill>
              <a:srgbClr val="FFDD8C"/>
            </a:solidFill>
            <a:ln>
              <a:noFill/>
            </a:ln>
          </p:spPr>
        </p:sp>
        <p:sp>
          <p:nvSpPr>
            <p:cNvPr id="211" name="Google Shape;211;p3"/>
            <p:cNvSpPr txBox="1"/>
            <p:nvPr/>
          </p:nvSpPr>
          <p:spPr>
            <a:xfrm>
              <a:off x="0" y="-123825"/>
              <a:ext cx="3165906" cy="16705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2" name="Google Shape;212;p3"/>
          <p:cNvGrpSpPr/>
          <p:nvPr/>
        </p:nvGrpSpPr>
        <p:grpSpPr>
          <a:xfrm rot="-5400000">
            <a:off x="11963027" y="3979558"/>
            <a:ext cx="11215802" cy="2161081"/>
            <a:chOff x="0" y="-123825"/>
            <a:chExt cx="2953956" cy="569174"/>
          </a:xfrm>
        </p:grpSpPr>
        <p:sp>
          <p:nvSpPr>
            <p:cNvPr id="213" name="Google Shape;213;p3"/>
            <p:cNvSpPr/>
            <p:nvPr/>
          </p:nvSpPr>
          <p:spPr>
            <a:xfrm>
              <a:off x="0" y="0"/>
              <a:ext cx="2953956" cy="445349"/>
            </a:xfrm>
            <a:custGeom>
              <a:rect b="b" l="l" r="r" t="t"/>
              <a:pathLst>
                <a:path extrusionOk="0" h="445349" w="2953956">
                  <a:moveTo>
                    <a:pt x="0" y="0"/>
                  </a:moveTo>
                  <a:lnTo>
                    <a:pt x="2953956" y="0"/>
                  </a:lnTo>
                  <a:lnTo>
                    <a:pt x="2953956" y="445349"/>
                  </a:lnTo>
                  <a:lnTo>
                    <a:pt x="0" y="445349"/>
                  </a:lnTo>
                  <a:close/>
                </a:path>
              </a:pathLst>
            </a:custGeom>
            <a:solidFill>
              <a:srgbClr val="F5F1DC"/>
            </a:solidFill>
            <a:ln>
              <a:noFill/>
            </a:ln>
          </p:spPr>
        </p:sp>
        <p:sp>
          <p:nvSpPr>
            <p:cNvPr id="214" name="Google Shape;214;p3"/>
            <p:cNvSpPr txBox="1"/>
            <p:nvPr/>
          </p:nvSpPr>
          <p:spPr>
            <a:xfrm>
              <a:off x="0" y="-123825"/>
              <a:ext cx="2953956" cy="569174"/>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5" name="Google Shape;215;p3"/>
          <p:cNvGrpSpPr/>
          <p:nvPr/>
        </p:nvGrpSpPr>
        <p:grpSpPr>
          <a:xfrm rot="-5400000">
            <a:off x="6768605" y="596230"/>
            <a:ext cx="13664400" cy="9094539"/>
            <a:chOff x="0" y="1"/>
            <a:chExt cx="18219200" cy="12126052"/>
          </a:xfrm>
        </p:grpSpPr>
        <p:grpSp>
          <p:nvGrpSpPr>
            <p:cNvPr id="216" name="Google Shape;216;p3"/>
            <p:cNvGrpSpPr/>
            <p:nvPr/>
          </p:nvGrpSpPr>
          <p:grpSpPr>
            <a:xfrm>
              <a:off x="1095900" y="229099"/>
              <a:ext cx="16027400" cy="845693"/>
              <a:chOff x="0" y="-123825"/>
              <a:chExt cx="3165906" cy="167051"/>
            </a:xfrm>
          </p:grpSpPr>
          <p:sp>
            <p:nvSpPr>
              <p:cNvPr id="217" name="Google Shape;217;p3"/>
              <p:cNvSpPr/>
              <p:nvPr/>
            </p:nvSpPr>
            <p:spPr>
              <a:xfrm>
                <a:off x="0" y="0"/>
                <a:ext cx="3165906" cy="43226"/>
              </a:xfrm>
              <a:custGeom>
                <a:rect b="b" l="l" r="r" t="t"/>
                <a:pathLst>
                  <a:path extrusionOk="0" h="43226" w="3165906">
                    <a:moveTo>
                      <a:pt x="0" y="0"/>
                    </a:moveTo>
                    <a:lnTo>
                      <a:pt x="3165906" y="0"/>
                    </a:lnTo>
                    <a:lnTo>
                      <a:pt x="3165906" y="43226"/>
                    </a:lnTo>
                    <a:lnTo>
                      <a:pt x="0" y="43226"/>
                    </a:lnTo>
                    <a:close/>
                  </a:path>
                </a:pathLst>
              </a:custGeom>
              <a:solidFill>
                <a:srgbClr val="FFDD8C"/>
              </a:solidFill>
              <a:ln>
                <a:noFill/>
              </a:ln>
            </p:spPr>
          </p:sp>
          <p:sp>
            <p:nvSpPr>
              <p:cNvPr id="218" name="Google Shape;218;p3"/>
              <p:cNvSpPr txBox="1"/>
              <p:nvPr/>
            </p:nvSpPr>
            <p:spPr>
              <a:xfrm>
                <a:off x="0" y="-123825"/>
                <a:ext cx="3165906" cy="16705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9" name="Google Shape;219;p3"/>
            <p:cNvGrpSpPr/>
            <p:nvPr/>
          </p:nvGrpSpPr>
          <p:grpSpPr>
            <a:xfrm>
              <a:off x="0" y="2655315"/>
              <a:ext cx="2788000" cy="723867"/>
              <a:chOff x="0" y="-123825"/>
              <a:chExt cx="547795" cy="142231"/>
            </a:xfrm>
          </p:grpSpPr>
          <p:sp>
            <p:nvSpPr>
              <p:cNvPr id="220" name="Google Shape;220;p3"/>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221" name="Google Shape;221;p3"/>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2" name="Google Shape;222;p3"/>
            <p:cNvGrpSpPr/>
            <p:nvPr/>
          </p:nvGrpSpPr>
          <p:grpSpPr>
            <a:xfrm>
              <a:off x="11570400" y="2655315"/>
              <a:ext cx="2788000" cy="723867"/>
              <a:chOff x="0" y="-123825"/>
              <a:chExt cx="547795" cy="142231"/>
            </a:xfrm>
          </p:grpSpPr>
          <p:sp>
            <p:nvSpPr>
              <p:cNvPr id="223" name="Google Shape;223;p3"/>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224" name="Google Shape;224;p3"/>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5" name="Google Shape;225;p3"/>
            <p:cNvGrpSpPr/>
            <p:nvPr/>
          </p:nvGrpSpPr>
          <p:grpSpPr>
            <a:xfrm>
              <a:off x="3860800" y="2655315"/>
              <a:ext cx="2788000" cy="723867"/>
              <a:chOff x="0" y="-123825"/>
              <a:chExt cx="547795" cy="142231"/>
            </a:xfrm>
          </p:grpSpPr>
          <p:sp>
            <p:nvSpPr>
              <p:cNvPr id="226" name="Google Shape;226;p3"/>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227" name="Google Shape;227;p3"/>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8" name="Google Shape;228;p3"/>
            <p:cNvGrpSpPr/>
            <p:nvPr/>
          </p:nvGrpSpPr>
          <p:grpSpPr>
            <a:xfrm>
              <a:off x="15431200" y="2655315"/>
              <a:ext cx="2788000" cy="723867"/>
              <a:chOff x="0" y="-123825"/>
              <a:chExt cx="547795" cy="142231"/>
            </a:xfrm>
          </p:grpSpPr>
          <p:sp>
            <p:nvSpPr>
              <p:cNvPr id="229" name="Google Shape;229;p3"/>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230" name="Google Shape;230;p3"/>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1" name="Google Shape;231;p3"/>
            <p:cNvGrpSpPr/>
            <p:nvPr/>
          </p:nvGrpSpPr>
          <p:grpSpPr>
            <a:xfrm>
              <a:off x="7715600" y="2655315"/>
              <a:ext cx="2788000" cy="723867"/>
              <a:chOff x="0" y="-123825"/>
              <a:chExt cx="547795" cy="142231"/>
            </a:xfrm>
          </p:grpSpPr>
          <p:sp>
            <p:nvSpPr>
              <p:cNvPr id="232" name="Google Shape;232;p3"/>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233" name="Google Shape;233;p3"/>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4" name="Google Shape;234;p3"/>
            <p:cNvGrpSpPr/>
            <p:nvPr/>
          </p:nvGrpSpPr>
          <p:grpSpPr>
            <a:xfrm>
              <a:off x="0" y="7439137"/>
              <a:ext cx="2788000" cy="723867"/>
              <a:chOff x="0" y="-123825"/>
              <a:chExt cx="547795" cy="142231"/>
            </a:xfrm>
          </p:grpSpPr>
          <p:sp>
            <p:nvSpPr>
              <p:cNvPr id="235" name="Google Shape;235;p3"/>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236" name="Google Shape;236;p3"/>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7" name="Google Shape;237;p3"/>
            <p:cNvGrpSpPr/>
            <p:nvPr/>
          </p:nvGrpSpPr>
          <p:grpSpPr>
            <a:xfrm>
              <a:off x="11570400" y="7439137"/>
              <a:ext cx="2788000" cy="723867"/>
              <a:chOff x="0" y="-123825"/>
              <a:chExt cx="547795" cy="142231"/>
            </a:xfrm>
          </p:grpSpPr>
          <p:sp>
            <p:nvSpPr>
              <p:cNvPr id="238" name="Google Shape;238;p3"/>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239" name="Google Shape;239;p3"/>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0" name="Google Shape;240;p3"/>
            <p:cNvGrpSpPr/>
            <p:nvPr/>
          </p:nvGrpSpPr>
          <p:grpSpPr>
            <a:xfrm>
              <a:off x="3860800" y="7439137"/>
              <a:ext cx="2788000" cy="723867"/>
              <a:chOff x="0" y="-123825"/>
              <a:chExt cx="547795" cy="142231"/>
            </a:xfrm>
          </p:grpSpPr>
          <p:sp>
            <p:nvSpPr>
              <p:cNvPr id="241" name="Google Shape;241;p3"/>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242" name="Google Shape;242;p3"/>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3" name="Google Shape;243;p3"/>
            <p:cNvGrpSpPr/>
            <p:nvPr/>
          </p:nvGrpSpPr>
          <p:grpSpPr>
            <a:xfrm>
              <a:off x="15431200" y="7439137"/>
              <a:ext cx="2788000" cy="723867"/>
              <a:chOff x="0" y="-123825"/>
              <a:chExt cx="547795" cy="142231"/>
            </a:xfrm>
          </p:grpSpPr>
          <p:sp>
            <p:nvSpPr>
              <p:cNvPr id="244" name="Google Shape;244;p3"/>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245" name="Google Shape;245;p3"/>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6" name="Google Shape;246;p3"/>
            <p:cNvGrpSpPr/>
            <p:nvPr/>
          </p:nvGrpSpPr>
          <p:grpSpPr>
            <a:xfrm>
              <a:off x="7715600" y="7439137"/>
              <a:ext cx="2788000" cy="723867"/>
              <a:chOff x="0" y="-123825"/>
              <a:chExt cx="547795" cy="142231"/>
            </a:xfrm>
          </p:grpSpPr>
          <p:sp>
            <p:nvSpPr>
              <p:cNvPr id="247" name="Google Shape;247;p3"/>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248" name="Google Shape;248;p3"/>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9" name="Google Shape;249;p3"/>
            <p:cNvGrpSpPr/>
            <p:nvPr/>
          </p:nvGrpSpPr>
          <p:grpSpPr>
            <a:xfrm>
              <a:off x="1095900" y="4963036"/>
              <a:ext cx="16027400" cy="845693"/>
              <a:chOff x="0" y="-123825"/>
              <a:chExt cx="3165906" cy="167051"/>
            </a:xfrm>
          </p:grpSpPr>
          <p:sp>
            <p:nvSpPr>
              <p:cNvPr id="250" name="Google Shape;250;p3"/>
              <p:cNvSpPr/>
              <p:nvPr/>
            </p:nvSpPr>
            <p:spPr>
              <a:xfrm>
                <a:off x="0" y="0"/>
                <a:ext cx="3165906" cy="43226"/>
              </a:xfrm>
              <a:custGeom>
                <a:rect b="b" l="l" r="r" t="t"/>
                <a:pathLst>
                  <a:path extrusionOk="0" h="43226" w="3165906">
                    <a:moveTo>
                      <a:pt x="0" y="0"/>
                    </a:moveTo>
                    <a:lnTo>
                      <a:pt x="3165906" y="0"/>
                    </a:lnTo>
                    <a:lnTo>
                      <a:pt x="3165906" y="43226"/>
                    </a:lnTo>
                    <a:lnTo>
                      <a:pt x="0" y="43226"/>
                    </a:lnTo>
                    <a:close/>
                  </a:path>
                </a:pathLst>
              </a:custGeom>
              <a:solidFill>
                <a:srgbClr val="FFDD8C"/>
              </a:solidFill>
              <a:ln>
                <a:noFill/>
              </a:ln>
            </p:spPr>
          </p:sp>
          <p:sp>
            <p:nvSpPr>
              <p:cNvPr id="251" name="Google Shape;251;p3"/>
              <p:cNvSpPr txBox="1"/>
              <p:nvPr/>
            </p:nvSpPr>
            <p:spPr>
              <a:xfrm>
                <a:off x="0" y="-123825"/>
                <a:ext cx="3165906" cy="16705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2" name="Google Shape;252;p3"/>
            <p:cNvGrpSpPr/>
            <p:nvPr/>
          </p:nvGrpSpPr>
          <p:grpSpPr>
            <a:xfrm rot="5400000">
              <a:off x="3629699" y="481442"/>
              <a:ext cx="1930752" cy="967869"/>
              <a:chOff x="0" y="-94484"/>
              <a:chExt cx="812800" cy="407450"/>
            </a:xfrm>
          </p:grpSpPr>
          <p:sp>
            <p:nvSpPr>
              <p:cNvPr id="253" name="Google Shape;253;p3"/>
              <p:cNvSpPr/>
              <p:nvPr/>
            </p:nvSpPr>
            <p:spPr>
              <a:xfrm>
                <a:off x="0" y="0"/>
                <a:ext cx="812800" cy="312966"/>
              </a:xfrm>
              <a:custGeom>
                <a:rect b="b" l="l" r="r" t="t"/>
                <a:pathLst>
                  <a:path extrusionOk="0" h="312966" w="812800">
                    <a:moveTo>
                      <a:pt x="406400" y="0"/>
                    </a:moveTo>
                    <a:cubicBezTo>
                      <a:pt x="181951" y="0"/>
                      <a:pt x="0" y="70060"/>
                      <a:pt x="0" y="156483"/>
                    </a:cubicBezTo>
                    <a:cubicBezTo>
                      <a:pt x="0" y="242906"/>
                      <a:pt x="181951" y="312966"/>
                      <a:pt x="406400" y="312966"/>
                    </a:cubicBezTo>
                    <a:cubicBezTo>
                      <a:pt x="630849" y="312966"/>
                      <a:pt x="812800" y="242906"/>
                      <a:pt x="812800" y="156483"/>
                    </a:cubicBezTo>
                    <a:cubicBezTo>
                      <a:pt x="812800" y="70060"/>
                      <a:pt x="630849" y="0"/>
                      <a:pt x="406400" y="0"/>
                    </a:cubicBezTo>
                    <a:close/>
                  </a:path>
                </a:pathLst>
              </a:custGeom>
              <a:solidFill>
                <a:srgbClr val="1F3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
              <p:cNvSpPr txBox="1"/>
              <p:nvPr/>
            </p:nvSpPr>
            <p:spPr>
              <a:xfrm>
                <a:off x="76200" y="-94484"/>
                <a:ext cx="660400" cy="378110"/>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5" name="Google Shape;255;p3"/>
            <p:cNvGrpSpPr/>
            <p:nvPr/>
          </p:nvGrpSpPr>
          <p:grpSpPr>
            <a:xfrm rot="5400000">
              <a:off x="4172596" y="616495"/>
              <a:ext cx="659140" cy="697761"/>
              <a:chOff x="0" y="-47625"/>
              <a:chExt cx="812800" cy="860425"/>
            </a:xfrm>
          </p:grpSpPr>
          <p:sp>
            <p:nvSpPr>
              <p:cNvPr id="256" name="Google Shape;256;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8" name="Google Shape;258;p3"/>
            <p:cNvGrpSpPr/>
            <p:nvPr/>
          </p:nvGrpSpPr>
          <p:grpSpPr>
            <a:xfrm rot="7531530">
              <a:off x="8718471" y="1402609"/>
              <a:ext cx="1930752" cy="967869"/>
              <a:chOff x="0" y="-94484"/>
              <a:chExt cx="812800" cy="407450"/>
            </a:xfrm>
          </p:grpSpPr>
          <p:sp>
            <p:nvSpPr>
              <p:cNvPr id="259" name="Google Shape;259;p3"/>
              <p:cNvSpPr/>
              <p:nvPr/>
            </p:nvSpPr>
            <p:spPr>
              <a:xfrm>
                <a:off x="0" y="0"/>
                <a:ext cx="812800" cy="312966"/>
              </a:xfrm>
              <a:custGeom>
                <a:rect b="b" l="l" r="r" t="t"/>
                <a:pathLst>
                  <a:path extrusionOk="0" h="312966" w="812800">
                    <a:moveTo>
                      <a:pt x="406400" y="0"/>
                    </a:moveTo>
                    <a:cubicBezTo>
                      <a:pt x="181951" y="0"/>
                      <a:pt x="0" y="70060"/>
                      <a:pt x="0" y="156483"/>
                    </a:cubicBezTo>
                    <a:cubicBezTo>
                      <a:pt x="0" y="242906"/>
                      <a:pt x="181951" y="312966"/>
                      <a:pt x="406400" y="312966"/>
                    </a:cubicBezTo>
                    <a:cubicBezTo>
                      <a:pt x="630849" y="312966"/>
                      <a:pt x="812800" y="242906"/>
                      <a:pt x="812800" y="156483"/>
                    </a:cubicBezTo>
                    <a:cubicBezTo>
                      <a:pt x="812800" y="70060"/>
                      <a:pt x="630849" y="0"/>
                      <a:pt x="406400" y="0"/>
                    </a:cubicBezTo>
                    <a:close/>
                  </a:path>
                </a:pathLst>
              </a:custGeom>
              <a:solidFill>
                <a:srgbClr val="22BF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
              <p:cNvSpPr txBox="1"/>
              <p:nvPr/>
            </p:nvSpPr>
            <p:spPr>
              <a:xfrm>
                <a:off x="76200" y="-94484"/>
                <a:ext cx="660400" cy="378110"/>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p3"/>
            <p:cNvGrpSpPr/>
            <p:nvPr/>
          </p:nvGrpSpPr>
          <p:grpSpPr>
            <a:xfrm rot="7531530">
              <a:off x="9278662" y="1483677"/>
              <a:ext cx="659140" cy="697761"/>
              <a:chOff x="0" y="-47625"/>
              <a:chExt cx="812800" cy="860425"/>
            </a:xfrm>
          </p:grpSpPr>
          <p:sp>
            <p:nvSpPr>
              <p:cNvPr id="262" name="Google Shape;262;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p3"/>
            <p:cNvGrpSpPr/>
            <p:nvPr/>
          </p:nvGrpSpPr>
          <p:grpSpPr>
            <a:xfrm rot="4098149">
              <a:off x="3993463" y="10566226"/>
              <a:ext cx="1930752" cy="967869"/>
              <a:chOff x="0" y="-94484"/>
              <a:chExt cx="812800" cy="407450"/>
            </a:xfrm>
          </p:grpSpPr>
          <p:sp>
            <p:nvSpPr>
              <p:cNvPr id="265" name="Google Shape;265;p3"/>
              <p:cNvSpPr/>
              <p:nvPr/>
            </p:nvSpPr>
            <p:spPr>
              <a:xfrm>
                <a:off x="0" y="0"/>
                <a:ext cx="812800" cy="312966"/>
              </a:xfrm>
              <a:custGeom>
                <a:rect b="b" l="l" r="r" t="t"/>
                <a:pathLst>
                  <a:path extrusionOk="0" h="312966" w="812800">
                    <a:moveTo>
                      <a:pt x="406400" y="0"/>
                    </a:moveTo>
                    <a:cubicBezTo>
                      <a:pt x="181951" y="0"/>
                      <a:pt x="0" y="70060"/>
                      <a:pt x="0" y="156483"/>
                    </a:cubicBezTo>
                    <a:cubicBezTo>
                      <a:pt x="0" y="242906"/>
                      <a:pt x="181951" y="312966"/>
                      <a:pt x="406400" y="312966"/>
                    </a:cubicBezTo>
                    <a:cubicBezTo>
                      <a:pt x="630849" y="312966"/>
                      <a:pt x="812800" y="242906"/>
                      <a:pt x="812800" y="156483"/>
                    </a:cubicBezTo>
                    <a:cubicBezTo>
                      <a:pt x="812800" y="70060"/>
                      <a:pt x="630849" y="0"/>
                      <a:pt x="406400" y="0"/>
                    </a:cubicBezTo>
                    <a:close/>
                  </a:path>
                </a:pathLst>
              </a:custGeom>
              <a:solidFill>
                <a:srgbClr val="FF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
              <p:cNvSpPr txBox="1"/>
              <p:nvPr/>
            </p:nvSpPr>
            <p:spPr>
              <a:xfrm>
                <a:off x="76200" y="-94484"/>
                <a:ext cx="660400" cy="378110"/>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7" name="Google Shape;267;p3"/>
            <p:cNvGrpSpPr/>
            <p:nvPr/>
          </p:nvGrpSpPr>
          <p:grpSpPr>
            <a:xfrm rot="4098149">
              <a:off x="4542942" y="10735630"/>
              <a:ext cx="659140" cy="697761"/>
              <a:chOff x="0" y="-47625"/>
              <a:chExt cx="812800" cy="860425"/>
            </a:xfrm>
          </p:grpSpPr>
          <p:sp>
            <p:nvSpPr>
              <p:cNvPr id="268" name="Google Shape;268;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0" name="Google Shape;270;p3"/>
            <p:cNvGrpSpPr/>
            <p:nvPr/>
          </p:nvGrpSpPr>
          <p:grpSpPr>
            <a:xfrm>
              <a:off x="9220802" y="10702087"/>
              <a:ext cx="1930752" cy="967869"/>
              <a:chOff x="0" y="-94484"/>
              <a:chExt cx="812800" cy="407450"/>
            </a:xfrm>
          </p:grpSpPr>
          <p:sp>
            <p:nvSpPr>
              <p:cNvPr id="271" name="Google Shape;271;p3"/>
              <p:cNvSpPr/>
              <p:nvPr/>
            </p:nvSpPr>
            <p:spPr>
              <a:xfrm>
                <a:off x="0" y="0"/>
                <a:ext cx="812800" cy="312966"/>
              </a:xfrm>
              <a:custGeom>
                <a:rect b="b" l="l" r="r" t="t"/>
                <a:pathLst>
                  <a:path extrusionOk="0" h="312966" w="812800">
                    <a:moveTo>
                      <a:pt x="406400" y="0"/>
                    </a:moveTo>
                    <a:cubicBezTo>
                      <a:pt x="181951" y="0"/>
                      <a:pt x="0" y="70060"/>
                      <a:pt x="0" y="156483"/>
                    </a:cubicBezTo>
                    <a:cubicBezTo>
                      <a:pt x="0" y="242906"/>
                      <a:pt x="181951" y="312966"/>
                      <a:pt x="406400" y="312966"/>
                    </a:cubicBezTo>
                    <a:cubicBezTo>
                      <a:pt x="630849" y="312966"/>
                      <a:pt x="812800" y="242906"/>
                      <a:pt x="812800" y="156483"/>
                    </a:cubicBezTo>
                    <a:cubicBezTo>
                      <a:pt x="812800" y="70060"/>
                      <a:pt x="630849" y="0"/>
                      <a:pt x="406400" y="0"/>
                    </a:cubicBezTo>
                    <a:close/>
                  </a:path>
                </a:pathLst>
              </a:custGeom>
              <a:solidFill>
                <a:srgbClr val="1F3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
              <p:cNvSpPr txBox="1"/>
              <p:nvPr/>
            </p:nvSpPr>
            <p:spPr>
              <a:xfrm>
                <a:off x="76200" y="-94484"/>
                <a:ext cx="660400" cy="378110"/>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3" name="Google Shape;273;p3"/>
            <p:cNvGrpSpPr/>
            <p:nvPr/>
          </p:nvGrpSpPr>
          <p:grpSpPr>
            <a:xfrm>
              <a:off x="9856607" y="10930050"/>
              <a:ext cx="659140" cy="697761"/>
              <a:chOff x="0" y="-47625"/>
              <a:chExt cx="812800" cy="860425"/>
            </a:xfrm>
          </p:grpSpPr>
          <p:sp>
            <p:nvSpPr>
              <p:cNvPr id="274" name="Google Shape;274;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6" name="Google Shape;276;p3"/>
            <p:cNvGrpSpPr/>
            <p:nvPr/>
          </p:nvGrpSpPr>
          <p:grpSpPr>
            <a:xfrm rot="-5620548">
              <a:off x="12728454" y="4125937"/>
              <a:ext cx="1930752" cy="967869"/>
              <a:chOff x="0" y="-94484"/>
              <a:chExt cx="812800" cy="407450"/>
            </a:xfrm>
          </p:grpSpPr>
          <p:sp>
            <p:nvSpPr>
              <p:cNvPr id="277" name="Google Shape;277;p3"/>
              <p:cNvSpPr/>
              <p:nvPr/>
            </p:nvSpPr>
            <p:spPr>
              <a:xfrm>
                <a:off x="0" y="0"/>
                <a:ext cx="812800" cy="312966"/>
              </a:xfrm>
              <a:custGeom>
                <a:rect b="b" l="l" r="r" t="t"/>
                <a:pathLst>
                  <a:path extrusionOk="0" h="312966" w="812800">
                    <a:moveTo>
                      <a:pt x="406400" y="0"/>
                    </a:moveTo>
                    <a:cubicBezTo>
                      <a:pt x="181951" y="0"/>
                      <a:pt x="0" y="70060"/>
                      <a:pt x="0" y="156483"/>
                    </a:cubicBezTo>
                    <a:cubicBezTo>
                      <a:pt x="0" y="242906"/>
                      <a:pt x="181951" y="312966"/>
                      <a:pt x="406400" y="312966"/>
                    </a:cubicBezTo>
                    <a:cubicBezTo>
                      <a:pt x="630849" y="312966"/>
                      <a:pt x="812800" y="242906"/>
                      <a:pt x="812800" y="156483"/>
                    </a:cubicBezTo>
                    <a:cubicBezTo>
                      <a:pt x="812800" y="70060"/>
                      <a:pt x="630849" y="0"/>
                      <a:pt x="406400" y="0"/>
                    </a:cubicBezTo>
                    <a:close/>
                  </a:path>
                </a:pathLst>
              </a:custGeom>
              <a:solidFill>
                <a:srgbClr val="A87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
              <p:cNvSpPr txBox="1"/>
              <p:nvPr/>
            </p:nvSpPr>
            <p:spPr>
              <a:xfrm>
                <a:off x="76200" y="-94484"/>
                <a:ext cx="660400" cy="378110"/>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9" name="Google Shape;279;p3"/>
            <p:cNvGrpSpPr/>
            <p:nvPr/>
          </p:nvGrpSpPr>
          <p:grpSpPr>
            <a:xfrm rot="-5620548">
              <a:off x="13456978" y="4255034"/>
              <a:ext cx="659140" cy="697761"/>
              <a:chOff x="0" y="-47625"/>
              <a:chExt cx="812800" cy="860425"/>
            </a:xfrm>
          </p:grpSpPr>
          <p:sp>
            <p:nvSpPr>
              <p:cNvPr id="280" name="Google Shape;280;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82" name="Google Shape;282;p3"/>
          <p:cNvGrpSpPr/>
          <p:nvPr/>
        </p:nvGrpSpPr>
        <p:grpSpPr>
          <a:xfrm>
            <a:off x="1028700" y="2618324"/>
            <a:ext cx="6805377" cy="4854106"/>
            <a:chOff x="0" y="104775"/>
            <a:chExt cx="9073836" cy="6472141"/>
          </a:xfrm>
        </p:grpSpPr>
        <p:sp>
          <p:nvSpPr>
            <p:cNvPr id="283" name="Google Shape;283;p3"/>
            <p:cNvSpPr txBox="1"/>
            <p:nvPr/>
          </p:nvSpPr>
          <p:spPr>
            <a:xfrm>
              <a:off x="0" y="104775"/>
              <a:ext cx="9073836" cy="1049420"/>
            </a:xfrm>
            <a:prstGeom prst="rect">
              <a:avLst/>
            </a:prstGeom>
            <a:noFill/>
            <a:ln>
              <a:noFill/>
            </a:ln>
          </p:spPr>
          <p:txBody>
            <a:bodyPr anchorCtr="0" anchor="t" bIns="0" lIns="0" spcFirstLastPara="1" rIns="0" wrap="square" tIns="0">
              <a:spAutoFit/>
            </a:bodyPr>
            <a:lstStyle/>
            <a:p>
              <a:pPr indent="-613166" lvl="1" marL="1226333" marR="0" rtl="0" algn="l">
                <a:lnSpc>
                  <a:spcPct val="100000"/>
                </a:lnSpc>
                <a:spcBef>
                  <a:spcPts val="0"/>
                </a:spcBef>
                <a:spcAft>
                  <a:spcPts val="0"/>
                </a:spcAft>
                <a:buClr>
                  <a:srgbClr val="F88219"/>
                </a:buClr>
                <a:buSzPts val="5680"/>
                <a:buFont typeface="Montserrat"/>
                <a:buAutoNum type="arabicPeriod"/>
              </a:pPr>
              <a:r>
                <a:rPr b="1" i="0" lang="en-US" sz="5680" u="none" cap="none" strike="noStrike">
                  <a:solidFill>
                    <a:srgbClr val="F88219"/>
                  </a:solidFill>
                  <a:latin typeface="Montserrat"/>
                  <a:ea typeface="Montserrat"/>
                  <a:cs typeface="Montserrat"/>
                  <a:sym typeface="Montserrat"/>
                </a:rPr>
                <a:t>MỤC TIÊU</a:t>
              </a:r>
              <a:endParaRPr/>
            </a:p>
          </p:txBody>
        </p:sp>
        <p:sp>
          <p:nvSpPr>
            <p:cNvPr id="284" name="Google Shape;284;p3"/>
            <p:cNvSpPr txBox="1"/>
            <p:nvPr/>
          </p:nvSpPr>
          <p:spPr>
            <a:xfrm>
              <a:off x="0" y="1698421"/>
              <a:ext cx="9073836" cy="4878495"/>
            </a:xfrm>
            <a:prstGeom prst="rect">
              <a:avLst/>
            </a:prstGeom>
            <a:noFill/>
            <a:ln>
              <a:noFill/>
            </a:ln>
          </p:spPr>
          <p:txBody>
            <a:bodyPr anchorCtr="0" anchor="t" bIns="0" lIns="0" spcFirstLastPara="1" rIns="0" wrap="square" tIns="0">
              <a:spAutoFit/>
            </a:bodyPr>
            <a:lstStyle/>
            <a:p>
              <a:pPr indent="0" lvl="0" marL="0" marR="0" rtl="0" algn="l">
                <a:lnSpc>
                  <a:spcPct val="139988"/>
                </a:lnSpc>
                <a:spcBef>
                  <a:spcPts val="0"/>
                </a:spcBef>
                <a:spcAft>
                  <a:spcPts val="0"/>
                </a:spcAft>
                <a:buNone/>
              </a:pPr>
              <a:r>
                <a:rPr b="0" i="0" lang="en-US" sz="3471" u="none" cap="none" strike="noStrike">
                  <a:solidFill>
                    <a:srgbClr val="FFFFFF"/>
                  </a:solidFill>
                  <a:latin typeface="PT Sans"/>
                  <a:ea typeface="PT Sans"/>
                  <a:cs typeface="PT Sans"/>
                  <a:sym typeface="PT Sans"/>
                </a:rPr>
                <a:t>Xây dựng mô hình dự đoán giá ô tô cho thị trường Mỹ và châu Âu</a:t>
              </a:r>
              <a:endParaRPr/>
            </a:p>
            <a:p>
              <a:pPr indent="0" lvl="0" marL="0" marR="0" rtl="0" algn="l">
                <a:lnSpc>
                  <a:spcPct val="139988"/>
                </a:lnSpc>
                <a:spcBef>
                  <a:spcPts val="0"/>
                </a:spcBef>
                <a:spcAft>
                  <a:spcPts val="0"/>
                </a:spcAft>
                <a:buNone/>
              </a:pPr>
              <a:r>
                <a:rPr b="0" i="0" lang="en-US" sz="3471" u="none" cap="none" strike="noStrike">
                  <a:solidFill>
                    <a:srgbClr val="FFFFFF"/>
                  </a:solidFill>
                  <a:latin typeface="PT Sans"/>
                  <a:ea typeface="PT Sans"/>
                  <a:cs typeface="PT Sans"/>
                  <a:sym typeface="PT Sans"/>
                </a:rPr>
                <a:t>Giúp cho công ty Geely Auto định hình được thị trường Mỹ và đưa ra chiến lược sản xuất phù hợp với thị trường Mỹ và châu Âu</a:t>
              </a:r>
              <a:endParaRPr/>
            </a:p>
          </p:txBody>
        </p:sp>
      </p:grpSp>
      <p:grpSp>
        <p:nvGrpSpPr>
          <p:cNvPr id="285" name="Google Shape;285;p3"/>
          <p:cNvGrpSpPr/>
          <p:nvPr/>
        </p:nvGrpSpPr>
        <p:grpSpPr>
          <a:xfrm>
            <a:off x="10737594" y="-192360"/>
            <a:ext cx="5858875" cy="8962677"/>
            <a:chOff x="-189814" y="0"/>
            <a:chExt cx="7811833" cy="11950235"/>
          </a:xfrm>
        </p:grpSpPr>
        <p:grpSp>
          <p:nvGrpSpPr>
            <p:cNvPr id="286" name="Google Shape;286;p3"/>
            <p:cNvGrpSpPr/>
            <p:nvPr/>
          </p:nvGrpSpPr>
          <p:grpSpPr>
            <a:xfrm>
              <a:off x="4062685" y="3104332"/>
              <a:ext cx="259157" cy="1726253"/>
              <a:chOff x="0" y="-123825"/>
              <a:chExt cx="39938" cy="266031"/>
            </a:xfrm>
          </p:grpSpPr>
          <p:sp>
            <p:nvSpPr>
              <p:cNvPr id="287" name="Google Shape;287;p3"/>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288" name="Google Shape;288;p3"/>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9" name="Google Shape;289;p3"/>
            <p:cNvGrpSpPr/>
            <p:nvPr/>
          </p:nvGrpSpPr>
          <p:grpSpPr>
            <a:xfrm>
              <a:off x="6732983" y="3104332"/>
              <a:ext cx="259157" cy="1726253"/>
              <a:chOff x="0" y="-123825"/>
              <a:chExt cx="39938" cy="266031"/>
            </a:xfrm>
          </p:grpSpPr>
          <p:sp>
            <p:nvSpPr>
              <p:cNvPr id="290" name="Google Shape;290;p3"/>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291" name="Google Shape;291;p3"/>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2" name="Google Shape;292;p3"/>
            <p:cNvGrpSpPr/>
            <p:nvPr/>
          </p:nvGrpSpPr>
          <p:grpSpPr>
            <a:xfrm>
              <a:off x="4062685" y="6363731"/>
              <a:ext cx="259157" cy="1726253"/>
              <a:chOff x="0" y="-123825"/>
              <a:chExt cx="39938" cy="266031"/>
            </a:xfrm>
          </p:grpSpPr>
          <p:sp>
            <p:nvSpPr>
              <p:cNvPr id="293" name="Google Shape;293;p3"/>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294" name="Google Shape;294;p3"/>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5" name="Google Shape;295;p3"/>
            <p:cNvGrpSpPr/>
            <p:nvPr/>
          </p:nvGrpSpPr>
          <p:grpSpPr>
            <a:xfrm>
              <a:off x="6732983" y="6363731"/>
              <a:ext cx="259157" cy="1726253"/>
              <a:chOff x="0" y="-123825"/>
              <a:chExt cx="39938" cy="266031"/>
            </a:xfrm>
          </p:grpSpPr>
          <p:sp>
            <p:nvSpPr>
              <p:cNvPr id="296" name="Google Shape;296;p3"/>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297" name="Google Shape;297;p3"/>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8" name="Google Shape;298;p3"/>
            <p:cNvGrpSpPr/>
            <p:nvPr/>
          </p:nvGrpSpPr>
          <p:grpSpPr>
            <a:xfrm rot="1071862">
              <a:off x="1304815" y="5280239"/>
              <a:ext cx="259157" cy="1726253"/>
              <a:chOff x="0" y="-123825"/>
              <a:chExt cx="39938" cy="266031"/>
            </a:xfrm>
          </p:grpSpPr>
          <p:sp>
            <p:nvSpPr>
              <p:cNvPr id="299" name="Google Shape;299;p3"/>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300" name="Google Shape;300;p3"/>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1" name="Google Shape;301;p3"/>
            <p:cNvGrpSpPr/>
            <p:nvPr/>
          </p:nvGrpSpPr>
          <p:grpSpPr>
            <a:xfrm rot="1071862">
              <a:off x="3846366" y="6099393"/>
              <a:ext cx="259157" cy="1726253"/>
              <a:chOff x="0" y="-123825"/>
              <a:chExt cx="39938" cy="266031"/>
            </a:xfrm>
          </p:grpSpPr>
          <p:sp>
            <p:nvSpPr>
              <p:cNvPr id="302" name="Google Shape;302;p3"/>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303" name="Google Shape;303;p3"/>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4" name="Google Shape;304;p3"/>
            <p:cNvGrpSpPr/>
            <p:nvPr/>
          </p:nvGrpSpPr>
          <p:grpSpPr>
            <a:xfrm rot="1071862">
              <a:off x="304946" y="8382488"/>
              <a:ext cx="259157" cy="1726253"/>
              <a:chOff x="0" y="-123825"/>
              <a:chExt cx="39938" cy="266031"/>
            </a:xfrm>
          </p:grpSpPr>
          <p:sp>
            <p:nvSpPr>
              <p:cNvPr id="305" name="Google Shape;305;p3"/>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306" name="Google Shape;306;p3"/>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7" name="Google Shape;307;p3"/>
            <p:cNvGrpSpPr/>
            <p:nvPr/>
          </p:nvGrpSpPr>
          <p:grpSpPr>
            <a:xfrm rot="1071862">
              <a:off x="2846497" y="9201642"/>
              <a:ext cx="259157" cy="1726253"/>
              <a:chOff x="0" y="-123825"/>
              <a:chExt cx="39938" cy="266031"/>
            </a:xfrm>
          </p:grpSpPr>
          <p:sp>
            <p:nvSpPr>
              <p:cNvPr id="308" name="Google Shape;308;p3"/>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309" name="Google Shape;309;p3"/>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0" name="Google Shape;310;p3"/>
            <p:cNvSpPr/>
            <p:nvPr/>
          </p:nvSpPr>
          <p:spPr>
            <a:xfrm rot="-9721201">
              <a:off x="1226583" y="2546320"/>
              <a:ext cx="4252364" cy="3907822"/>
            </a:xfrm>
            <a:custGeom>
              <a:rect b="b" l="l" r="r" t="t"/>
              <a:pathLst>
                <a:path extrusionOk="0" h="3907822" w="4252364">
                  <a:moveTo>
                    <a:pt x="0" y="0"/>
                  </a:moveTo>
                  <a:lnTo>
                    <a:pt x="4252364" y="0"/>
                  </a:lnTo>
                  <a:lnTo>
                    <a:pt x="4252364" y="3907821"/>
                  </a:lnTo>
                  <a:lnTo>
                    <a:pt x="0" y="3907821"/>
                  </a:lnTo>
                  <a:lnTo>
                    <a:pt x="0" y="0"/>
                  </a:lnTo>
                  <a:close/>
                </a:path>
              </a:pathLst>
            </a:custGeom>
            <a:blipFill rotWithShape="1">
              <a:blip r:embed="rId4">
                <a:alphaModFix/>
              </a:blip>
              <a:stretch>
                <a:fillRect b="-2014" l="0" r="0" t="-20078"/>
              </a:stretch>
            </a:blipFill>
            <a:ln>
              <a:noFill/>
            </a:ln>
          </p:spPr>
        </p:sp>
        <p:grpSp>
          <p:nvGrpSpPr>
            <p:cNvPr id="311" name="Google Shape;311;p3"/>
            <p:cNvGrpSpPr/>
            <p:nvPr/>
          </p:nvGrpSpPr>
          <p:grpSpPr>
            <a:xfrm rot="-9721201">
              <a:off x="669722" y="5682710"/>
              <a:ext cx="2703356" cy="5996708"/>
              <a:chOff x="0" y="-123825"/>
              <a:chExt cx="544375" cy="1207558"/>
            </a:xfrm>
          </p:grpSpPr>
          <p:sp>
            <p:nvSpPr>
              <p:cNvPr id="312" name="Google Shape;312;p3"/>
              <p:cNvSpPr/>
              <p:nvPr/>
            </p:nvSpPr>
            <p:spPr>
              <a:xfrm>
                <a:off x="0" y="0"/>
                <a:ext cx="544375" cy="1083733"/>
              </a:xfrm>
              <a:custGeom>
                <a:rect b="b" l="l" r="r" t="t"/>
                <a:pathLst>
                  <a:path extrusionOk="0" h="1083733" w="544375">
                    <a:moveTo>
                      <a:pt x="195773" y="0"/>
                    </a:moveTo>
                    <a:lnTo>
                      <a:pt x="348603" y="0"/>
                    </a:lnTo>
                    <a:cubicBezTo>
                      <a:pt x="400525" y="0"/>
                      <a:pt x="450320" y="20626"/>
                      <a:pt x="487035" y="57341"/>
                    </a:cubicBezTo>
                    <a:cubicBezTo>
                      <a:pt x="523749" y="94055"/>
                      <a:pt x="544375" y="143851"/>
                      <a:pt x="544375" y="195773"/>
                    </a:cubicBezTo>
                    <a:lnTo>
                      <a:pt x="544375" y="887961"/>
                    </a:lnTo>
                    <a:cubicBezTo>
                      <a:pt x="544375" y="939883"/>
                      <a:pt x="523749" y="989678"/>
                      <a:pt x="487035" y="1026393"/>
                    </a:cubicBezTo>
                    <a:cubicBezTo>
                      <a:pt x="450320" y="1063107"/>
                      <a:pt x="400525" y="1083733"/>
                      <a:pt x="348603" y="1083733"/>
                    </a:cubicBezTo>
                    <a:lnTo>
                      <a:pt x="195773" y="1083733"/>
                    </a:lnTo>
                    <a:cubicBezTo>
                      <a:pt x="143851" y="1083733"/>
                      <a:pt x="94055" y="1063107"/>
                      <a:pt x="57341" y="1026393"/>
                    </a:cubicBezTo>
                    <a:cubicBezTo>
                      <a:pt x="20626" y="989678"/>
                      <a:pt x="0" y="939883"/>
                      <a:pt x="0" y="887961"/>
                    </a:cubicBezTo>
                    <a:lnTo>
                      <a:pt x="0" y="195773"/>
                    </a:lnTo>
                    <a:cubicBezTo>
                      <a:pt x="0" y="143851"/>
                      <a:pt x="20626" y="94055"/>
                      <a:pt x="57341" y="57341"/>
                    </a:cubicBezTo>
                    <a:cubicBezTo>
                      <a:pt x="94055" y="20626"/>
                      <a:pt x="143851" y="0"/>
                      <a:pt x="195773" y="0"/>
                    </a:cubicBezTo>
                    <a:close/>
                  </a:path>
                </a:pathLst>
              </a:custGeom>
              <a:solidFill>
                <a:srgbClr val="1F3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
              <p:cNvSpPr txBox="1"/>
              <p:nvPr/>
            </p:nvSpPr>
            <p:spPr>
              <a:xfrm>
                <a:off x="0" y="-123825"/>
                <a:ext cx="544375" cy="1207558"/>
              </a:xfrm>
              <a:prstGeom prst="rect">
                <a:avLst/>
              </a:prstGeom>
              <a:noFill/>
              <a:ln>
                <a:noFill/>
              </a:ln>
            </p:spPr>
            <p:txBody>
              <a:bodyPr anchorCtr="0" anchor="ctr" bIns="38875" lIns="38875" spcFirstLastPara="1" rIns="38875" wrap="square" tIns="38875">
                <a:noAutofit/>
              </a:bodyPr>
              <a:lstStyle/>
              <a:p>
                <a:pPr indent="0" lvl="0" marL="0" marR="0" rtl="0" algn="ctr">
                  <a:lnSpc>
                    <a:spcPct val="240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4" name="Google Shape;314;p3"/>
            <p:cNvGrpSpPr/>
            <p:nvPr/>
          </p:nvGrpSpPr>
          <p:grpSpPr>
            <a:xfrm rot="-9721201">
              <a:off x="907621" y="8188827"/>
              <a:ext cx="1781474" cy="2359013"/>
              <a:chOff x="0" y="-123825"/>
              <a:chExt cx="358736" cy="475035"/>
            </a:xfrm>
          </p:grpSpPr>
          <p:sp>
            <p:nvSpPr>
              <p:cNvPr id="315" name="Google Shape;315;p3"/>
              <p:cNvSpPr/>
              <p:nvPr/>
            </p:nvSpPr>
            <p:spPr>
              <a:xfrm>
                <a:off x="0" y="0"/>
                <a:ext cx="358736" cy="351210"/>
              </a:xfrm>
              <a:custGeom>
                <a:rect b="b" l="l" r="r" t="t"/>
                <a:pathLst>
                  <a:path extrusionOk="0" h="351210" w="358736">
                    <a:moveTo>
                      <a:pt x="175605" y="0"/>
                    </a:moveTo>
                    <a:lnTo>
                      <a:pt x="183131" y="0"/>
                    </a:lnTo>
                    <a:cubicBezTo>
                      <a:pt x="280115" y="0"/>
                      <a:pt x="358736" y="78621"/>
                      <a:pt x="358736" y="175605"/>
                    </a:cubicBezTo>
                    <a:lnTo>
                      <a:pt x="358736" y="175605"/>
                    </a:lnTo>
                    <a:cubicBezTo>
                      <a:pt x="358736" y="272589"/>
                      <a:pt x="280115" y="351210"/>
                      <a:pt x="183131" y="351210"/>
                    </a:cubicBezTo>
                    <a:lnTo>
                      <a:pt x="175605" y="351210"/>
                    </a:lnTo>
                    <a:cubicBezTo>
                      <a:pt x="78621" y="351210"/>
                      <a:pt x="0" y="272589"/>
                      <a:pt x="0" y="175605"/>
                    </a:cubicBezTo>
                    <a:lnTo>
                      <a:pt x="0" y="175605"/>
                    </a:lnTo>
                    <a:cubicBezTo>
                      <a:pt x="0" y="78621"/>
                      <a:pt x="78621" y="0"/>
                      <a:pt x="175605" y="0"/>
                    </a:cubicBezTo>
                    <a:close/>
                  </a:path>
                </a:pathLst>
              </a:custGeom>
              <a:solidFill>
                <a:srgbClr val="4C62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
              <p:cNvSpPr txBox="1"/>
              <p:nvPr/>
            </p:nvSpPr>
            <p:spPr>
              <a:xfrm>
                <a:off x="0" y="-123825"/>
                <a:ext cx="358736" cy="475035"/>
              </a:xfrm>
              <a:prstGeom prst="rect">
                <a:avLst/>
              </a:prstGeom>
              <a:noFill/>
              <a:ln>
                <a:noFill/>
              </a:ln>
            </p:spPr>
            <p:txBody>
              <a:bodyPr anchorCtr="0" anchor="ctr" bIns="38875" lIns="38875" spcFirstLastPara="1" rIns="38875" wrap="square" tIns="38875">
                <a:noAutofit/>
              </a:bodyPr>
              <a:lstStyle/>
              <a:p>
                <a:pPr indent="0" lvl="0" marL="0" marR="0" rtl="0" algn="ctr">
                  <a:lnSpc>
                    <a:spcPct val="240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7" name="Google Shape;317;p3"/>
            <p:cNvGrpSpPr/>
            <p:nvPr/>
          </p:nvGrpSpPr>
          <p:grpSpPr>
            <a:xfrm rot="-9721201">
              <a:off x="1343293" y="5995775"/>
              <a:ext cx="2479114" cy="1910530"/>
              <a:chOff x="0" y="-123825"/>
              <a:chExt cx="499220" cy="384724"/>
            </a:xfrm>
          </p:grpSpPr>
          <p:sp>
            <p:nvSpPr>
              <p:cNvPr id="318" name="Google Shape;318;p3"/>
              <p:cNvSpPr/>
              <p:nvPr/>
            </p:nvSpPr>
            <p:spPr>
              <a:xfrm>
                <a:off x="0" y="0"/>
                <a:ext cx="499220" cy="260899"/>
              </a:xfrm>
              <a:custGeom>
                <a:rect b="b" l="l" r="r" t="t"/>
                <a:pathLst>
                  <a:path extrusionOk="0" h="260899" w="499220">
                    <a:moveTo>
                      <a:pt x="130449" y="0"/>
                    </a:moveTo>
                    <a:lnTo>
                      <a:pt x="368770" y="0"/>
                    </a:lnTo>
                    <a:cubicBezTo>
                      <a:pt x="440816" y="0"/>
                      <a:pt x="499220" y="58404"/>
                      <a:pt x="499220" y="130449"/>
                    </a:cubicBezTo>
                    <a:lnTo>
                      <a:pt x="499220" y="130449"/>
                    </a:lnTo>
                    <a:cubicBezTo>
                      <a:pt x="499220" y="165047"/>
                      <a:pt x="485476" y="198227"/>
                      <a:pt x="461012" y="222691"/>
                    </a:cubicBezTo>
                    <a:cubicBezTo>
                      <a:pt x="436548" y="247155"/>
                      <a:pt x="403368" y="260899"/>
                      <a:pt x="368770" y="260899"/>
                    </a:cubicBezTo>
                    <a:lnTo>
                      <a:pt x="130449" y="260899"/>
                    </a:lnTo>
                    <a:cubicBezTo>
                      <a:pt x="58404" y="260899"/>
                      <a:pt x="0" y="202495"/>
                      <a:pt x="0" y="130449"/>
                    </a:cubicBezTo>
                    <a:lnTo>
                      <a:pt x="0" y="130449"/>
                    </a:lnTo>
                    <a:cubicBezTo>
                      <a:pt x="0" y="58404"/>
                      <a:pt x="58404" y="0"/>
                      <a:pt x="130449" y="0"/>
                    </a:cubicBezTo>
                    <a:close/>
                  </a:path>
                </a:pathLst>
              </a:custGeom>
              <a:solidFill>
                <a:srgbClr val="4C62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
              <p:cNvSpPr txBox="1"/>
              <p:nvPr/>
            </p:nvSpPr>
            <p:spPr>
              <a:xfrm>
                <a:off x="0" y="-123825"/>
                <a:ext cx="499220" cy="384724"/>
              </a:xfrm>
              <a:prstGeom prst="rect">
                <a:avLst/>
              </a:prstGeom>
              <a:noFill/>
              <a:ln>
                <a:noFill/>
              </a:ln>
            </p:spPr>
            <p:txBody>
              <a:bodyPr anchorCtr="0" anchor="ctr" bIns="38875" lIns="38875" spcFirstLastPara="1" rIns="38875" wrap="square" tIns="38875">
                <a:noAutofit/>
              </a:bodyPr>
              <a:lstStyle/>
              <a:p>
                <a:pPr indent="0" lvl="0" marL="0" marR="0" rtl="0" algn="ctr">
                  <a:lnSpc>
                    <a:spcPct val="240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0" name="Google Shape;320;p3"/>
            <p:cNvGrpSpPr/>
            <p:nvPr/>
          </p:nvGrpSpPr>
          <p:grpSpPr>
            <a:xfrm rot="-9721201">
              <a:off x="3009905" y="6081630"/>
              <a:ext cx="824710" cy="714580"/>
              <a:chOff x="0" y="-123825"/>
              <a:chExt cx="166072" cy="143894"/>
            </a:xfrm>
          </p:grpSpPr>
          <p:sp>
            <p:nvSpPr>
              <p:cNvPr id="321" name="Google Shape;321;p3"/>
              <p:cNvSpPr/>
              <p:nvPr/>
            </p:nvSpPr>
            <p:spPr>
              <a:xfrm>
                <a:off x="0" y="0"/>
                <a:ext cx="166072" cy="20069"/>
              </a:xfrm>
              <a:custGeom>
                <a:rect b="b" l="l" r="r" t="t"/>
                <a:pathLst>
                  <a:path extrusionOk="0" h="20069" w="166072">
                    <a:moveTo>
                      <a:pt x="10035" y="0"/>
                    </a:moveTo>
                    <a:lnTo>
                      <a:pt x="156038" y="0"/>
                    </a:lnTo>
                    <a:cubicBezTo>
                      <a:pt x="161579" y="0"/>
                      <a:pt x="166072" y="4493"/>
                      <a:pt x="166072" y="10035"/>
                    </a:cubicBezTo>
                    <a:lnTo>
                      <a:pt x="166072" y="10035"/>
                    </a:lnTo>
                    <a:cubicBezTo>
                      <a:pt x="166072" y="12696"/>
                      <a:pt x="165015" y="15248"/>
                      <a:pt x="163133" y="17130"/>
                    </a:cubicBezTo>
                    <a:cubicBezTo>
                      <a:pt x="161251" y="19012"/>
                      <a:pt x="158699" y="20069"/>
                      <a:pt x="156038" y="20069"/>
                    </a:cubicBezTo>
                    <a:lnTo>
                      <a:pt x="10035" y="20069"/>
                    </a:lnTo>
                    <a:cubicBezTo>
                      <a:pt x="7373" y="20069"/>
                      <a:pt x="4821" y="19012"/>
                      <a:pt x="2939" y="17130"/>
                    </a:cubicBezTo>
                    <a:cubicBezTo>
                      <a:pt x="1057" y="15248"/>
                      <a:pt x="0" y="12696"/>
                      <a:pt x="0" y="10035"/>
                    </a:cubicBezTo>
                    <a:lnTo>
                      <a:pt x="0" y="10035"/>
                    </a:lnTo>
                    <a:cubicBezTo>
                      <a:pt x="0" y="7373"/>
                      <a:pt x="1057" y="4821"/>
                      <a:pt x="2939" y="2939"/>
                    </a:cubicBezTo>
                    <a:cubicBezTo>
                      <a:pt x="4821" y="1057"/>
                      <a:pt x="7373" y="0"/>
                      <a:pt x="10035" y="0"/>
                    </a:cubicBezTo>
                    <a:close/>
                  </a:path>
                </a:pathLst>
              </a:custGeom>
              <a:solidFill>
                <a:srgbClr val="EAE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
              <p:cNvSpPr txBox="1"/>
              <p:nvPr/>
            </p:nvSpPr>
            <p:spPr>
              <a:xfrm>
                <a:off x="0" y="-123825"/>
                <a:ext cx="166072" cy="143894"/>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3" name="Google Shape;323;p3"/>
            <p:cNvGrpSpPr/>
            <p:nvPr/>
          </p:nvGrpSpPr>
          <p:grpSpPr>
            <a:xfrm rot="-9721201">
              <a:off x="1791779" y="5686308"/>
              <a:ext cx="824710" cy="714580"/>
              <a:chOff x="0" y="-123825"/>
              <a:chExt cx="166072" cy="143894"/>
            </a:xfrm>
          </p:grpSpPr>
          <p:sp>
            <p:nvSpPr>
              <p:cNvPr id="324" name="Google Shape;324;p3"/>
              <p:cNvSpPr/>
              <p:nvPr/>
            </p:nvSpPr>
            <p:spPr>
              <a:xfrm>
                <a:off x="0" y="0"/>
                <a:ext cx="166072" cy="20069"/>
              </a:xfrm>
              <a:custGeom>
                <a:rect b="b" l="l" r="r" t="t"/>
                <a:pathLst>
                  <a:path extrusionOk="0" h="20069" w="166072">
                    <a:moveTo>
                      <a:pt x="10035" y="0"/>
                    </a:moveTo>
                    <a:lnTo>
                      <a:pt x="156038" y="0"/>
                    </a:lnTo>
                    <a:cubicBezTo>
                      <a:pt x="161579" y="0"/>
                      <a:pt x="166072" y="4493"/>
                      <a:pt x="166072" y="10035"/>
                    </a:cubicBezTo>
                    <a:lnTo>
                      <a:pt x="166072" y="10035"/>
                    </a:lnTo>
                    <a:cubicBezTo>
                      <a:pt x="166072" y="12696"/>
                      <a:pt x="165015" y="15248"/>
                      <a:pt x="163133" y="17130"/>
                    </a:cubicBezTo>
                    <a:cubicBezTo>
                      <a:pt x="161251" y="19012"/>
                      <a:pt x="158699" y="20069"/>
                      <a:pt x="156038" y="20069"/>
                    </a:cubicBezTo>
                    <a:lnTo>
                      <a:pt x="10035" y="20069"/>
                    </a:lnTo>
                    <a:cubicBezTo>
                      <a:pt x="7373" y="20069"/>
                      <a:pt x="4821" y="19012"/>
                      <a:pt x="2939" y="17130"/>
                    </a:cubicBezTo>
                    <a:cubicBezTo>
                      <a:pt x="1057" y="15248"/>
                      <a:pt x="0" y="12696"/>
                      <a:pt x="0" y="10035"/>
                    </a:cubicBezTo>
                    <a:lnTo>
                      <a:pt x="0" y="10035"/>
                    </a:lnTo>
                    <a:cubicBezTo>
                      <a:pt x="0" y="7373"/>
                      <a:pt x="1057" y="4821"/>
                      <a:pt x="2939" y="2939"/>
                    </a:cubicBezTo>
                    <a:cubicBezTo>
                      <a:pt x="4821" y="1057"/>
                      <a:pt x="7373" y="0"/>
                      <a:pt x="10035" y="0"/>
                    </a:cubicBezTo>
                    <a:close/>
                  </a:path>
                </a:pathLst>
              </a:custGeom>
              <a:solidFill>
                <a:srgbClr val="EAE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
              <p:cNvSpPr txBox="1"/>
              <p:nvPr/>
            </p:nvSpPr>
            <p:spPr>
              <a:xfrm>
                <a:off x="0" y="-123825"/>
                <a:ext cx="166072" cy="143894"/>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6" name="Google Shape;326;p3"/>
            <p:cNvGrpSpPr/>
            <p:nvPr/>
          </p:nvGrpSpPr>
          <p:grpSpPr>
            <a:xfrm rot="-8791664">
              <a:off x="3293231" y="8059312"/>
              <a:ext cx="450227" cy="765802"/>
              <a:chOff x="0" y="-120682"/>
              <a:chExt cx="90662" cy="154210"/>
            </a:xfrm>
          </p:grpSpPr>
          <p:sp>
            <p:nvSpPr>
              <p:cNvPr id="327" name="Google Shape;327;p3"/>
              <p:cNvSpPr/>
              <p:nvPr/>
            </p:nvSpPr>
            <p:spPr>
              <a:xfrm>
                <a:off x="0" y="0"/>
                <a:ext cx="90662" cy="33528"/>
              </a:xfrm>
              <a:custGeom>
                <a:rect b="b" l="l" r="r" t="t"/>
                <a:pathLst>
                  <a:path extrusionOk="0" h="33528" w="90662">
                    <a:moveTo>
                      <a:pt x="45331" y="0"/>
                    </a:moveTo>
                    <a:cubicBezTo>
                      <a:pt x="20295" y="0"/>
                      <a:pt x="0" y="7506"/>
                      <a:pt x="0" y="16764"/>
                    </a:cubicBezTo>
                    <a:cubicBezTo>
                      <a:pt x="0" y="26023"/>
                      <a:pt x="20295" y="33528"/>
                      <a:pt x="45331" y="33528"/>
                    </a:cubicBezTo>
                    <a:cubicBezTo>
                      <a:pt x="70367" y="33528"/>
                      <a:pt x="90662" y="26023"/>
                      <a:pt x="90662" y="16764"/>
                    </a:cubicBezTo>
                    <a:cubicBezTo>
                      <a:pt x="90662" y="7506"/>
                      <a:pt x="70367" y="0"/>
                      <a:pt x="45331" y="0"/>
                    </a:cubicBezTo>
                    <a:close/>
                  </a:path>
                </a:pathLst>
              </a:custGeom>
              <a:solidFill>
                <a:srgbClr val="275C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
              <p:cNvSpPr txBox="1"/>
              <p:nvPr/>
            </p:nvSpPr>
            <p:spPr>
              <a:xfrm>
                <a:off x="8500" y="-120682"/>
                <a:ext cx="73663" cy="151067"/>
              </a:xfrm>
              <a:prstGeom prst="rect">
                <a:avLst/>
              </a:prstGeom>
              <a:noFill/>
              <a:ln>
                <a:noFill/>
              </a:ln>
            </p:spPr>
            <p:txBody>
              <a:bodyPr anchorCtr="0" anchor="ctr" bIns="38875" lIns="38875" spcFirstLastPara="1" rIns="38875" wrap="square" tIns="38875">
                <a:noAutofit/>
              </a:bodyPr>
              <a:lstStyle/>
              <a:p>
                <a:pPr indent="0" lvl="0" marL="0" marR="0" rtl="0" algn="ctr">
                  <a:lnSpc>
                    <a:spcPct val="240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9" name="Google Shape;329;p3"/>
            <p:cNvGrpSpPr/>
            <p:nvPr/>
          </p:nvGrpSpPr>
          <p:grpSpPr>
            <a:xfrm rot="1095631">
              <a:off x="1208554" y="6939348"/>
              <a:ext cx="2365175" cy="1214950"/>
              <a:chOff x="0" y="-123825"/>
              <a:chExt cx="597833" cy="307096"/>
            </a:xfrm>
          </p:grpSpPr>
          <p:sp>
            <p:nvSpPr>
              <p:cNvPr id="330" name="Google Shape;330;p3"/>
              <p:cNvSpPr/>
              <p:nvPr/>
            </p:nvSpPr>
            <p:spPr>
              <a:xfrm>
                <a:off x="0" y="0"/>
                <a:ext cx="597833" cy="183271"/>
              </a:xfrm>
              <a:custGeom>
                <a:rect b="b" l="l" r="r" t="t"/>
                <a:pathLst>
                  <a:path extrusionOk="0" h="183271" w="597833">
                    <a:moveTo>
                      <a:pt x="203200" y="183271"/>
                    </a:moveTo>
                    <a:lnTo>
                      <a:pt x="394633" y="183271"/>
                    </a:lnTo>
                    <a:lnTo>
                      <a:pt x="597833" y="0"/>
                    </a:lnTo>
                    <a:lnTo>
                      <a:pt x="0" y="0"/>
                    </a:lnTo>
                    <a:lnTo>
                      <a:pt x="203200" y="183271"/>
                    </a:lnTo>
                    <a:close/>
                  </a:path>
                </a:pathLst>
              </a:custGeom>
              <a:solidFill>
                <a:srgbClr val="0B1541"/>
              </a:solidFill>
              <a:ln>
                <a:noFill/>
              </a:ln>
            </p:spPr>
          </p:sp>
          <p:sp>
            <p:nvSpPr>
              <p:cNvPr id="331" name="Google Shape;331;p3"/>
              <p:cNvSpPr txBox="1"/>
              <p:nvPr/>
            </p:nvSpPr>
            <p:spPr>
              <a:xfrm>
                <a:off x="127000" y="-123825"/>
                <a:ext cx="343833" cy="307096"/>
              </a:xfrm>
              <a:prstGeom prst="rect">
                <a:avLst/>
              </a:prstGeom>
              <a:noFill/>
              <a:ln>
                <a:noFill/>
              </a:ln>
            </p:spPr>
            <p:txBody>
              <a:bodyPr anchorCtr="0" anchor="ctr" bIns="52200" lIns="52200" spcFirstLastPara="1" rIns="52200" wrap="square" tIns="522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2" name="Google Shape;332;p3"/>
            <p:cNvGrpSpPr/>
            <p:nvPr/>
          </p:nvGrpSpPr>
          <p:grpSpPr>
            <a:xfrm rot="1095631">
              <a:off x="2908897" y="7437779"/>
              <a:ext cx="266384" cy="3278447"/>
              <a:chOff x="0" y="-123825"/>
              <a:chExt cx="39938" cy="491530"/>
            </a:xfrm>
          </p:grpSpPr>
          <p:sp>
            <p:nvSpPr>
              <p:cNvPr id="333" name="Google Shape;333;p3"/>
              <p:cNvSpPr/>
              <p:nvPr/>
            </p:nvSpPr>
            <p:spPr>
              <a:xfrm>
                <a:off x="0" y="0"/>
                <a:ext cx="39938" cy="367705"/>
              </a:xfrm>
              <a:custGeom>
                <a:rect b="b" l="l" r="r" t="t"/>
                <a:pathLst>
                  <a:path extrusionOk="0" h="367705" w="39938">
                    <a:moveTo>
                      <a:pt x="0" y="0"/>
                    </a:moveTo>
                    <a:lnTo>
                      <a:pt x="39938" y="0"/>
                    </a:lnTo>
                    <a:lnTo>
                      <a:pt x="39938" y="367705"/>
                    </a:lnTo>
                    <a:lnTo>
                      <a:pt x="0" y="367705"/>
                    </a:lnTo>
                    <a:close/>
                  </a:path>
                </a:pathLst>
              </a:custGeom>
              <a:solidFill>
                <a:srgbClr val="0B1541"/>
              </a:solidFill>
              <a:ln>
                <a:noFill/>
              </a:ln>
            </p:spPr>
          </p:sp>
          <p:sp>
            <p:nvSpPr>
              <p:cNvPr id="334" name="Google Shape;334;p3"/>
              <p:cNvSpPr txBox="1"/>
              <p:nvPr/>
            </p:nvSpPr>
            <p:spPr>
              <a:xfrm>
                <a:off x="0" y="-123825"/>
                <a:ext cx="39938" cy="491530"/>
              </a:xfrm>
              <a:prstGeom prst="rect">
                <a:avLst/>
              </a:prstGeom>
              <a:noFill/>
              <a:ln>
                <a:noFill/>
              </a:ln>
            </p:spPr>
            <p:txBody>
              <a:bodyPr anchorCtr="0" anchor="ctr" bIns="52200" lIns="52200" spcFirstLastPara="1" rIns="52200" wrap="square" tIns="522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5" name="Google Shape;335;p3"/>
            <p:cNvGrpSpPr/>
            <p:nvPr/>
          </p:nvGrpSpPr>
          <p:grpSpPr>
            <a:xfrm rot="-9704368">
              <a:off x="195992" y="10008140"/>
              <a:ext cx="2365175" cy="1214950"/>
              <a:chOff x="0" y="-123825"/>
              <a:chExt cx="597833" cy="307096"/>
            </a:xfrm>
          </p:grpSpPr>
          <p:sp>
            <p:nvSpPr>
              <p:cNvPr id="336" name="Google Shape;336;p3"/>
              <p:cNvSpPr/>
              <p:nvPr/>
            </p:nvSpPr>
            <p:spPr>
              <a:xfrm>
                <a:off x="0" y="0"/>
                <a:ext cx="597833" cy="183271"/>
              </a:xfrm>
              <a:custGeom>
                <a:rect b="b" l="l" r="r" t="t"/>
                <a:pathLst>
                  <a:path extrusionOk="0" h="183271" w="597833">
                    <a:moveTo>
                      <a:pt x="203200" y="183271"/>
                    </a:moveTo>
                    <a:lnTo>
                      <a:pt x="394633" y="183271"/>
                    </a:lnTo>
                    <a:lnTo>
                      <a:pt x="597833" y="0"/>
                    </a:lnTo>
                    <a:lnTo>
                      <a:pt x="0" y="0"/>
                    </a:lnTo>
                    <a:lnTo>
                      <a:pt x="203200" y="183271"/>
                    </a:lnTo>
                    <a:close/>
                  </a:path>
                </a:pathLst>
              </a:custGeom>
              <a:solidFill>
                <a:srgbClr val="0B1541"/>
              </a:solidFill>
              <a:ln>
                <a:noFill/>
              </a:ln>
            </p:spPr>
          </p:sp>
          <p:sp>
            <p:nvSpPr>
              <p:cNvPr id="337" name="Google Shape;337;p3"/>
              <p:cNvSpPr txBox="1"/>
              <p:nvPr/>
            </p:nvSpPr>
            <p:spPr>
              <a:xfrm>
                <a:off x="127000" y="-123825"/>
                <a:ext cx="343833" cy="307096"/>
              </a:xfrm>
              <a:prstGeom prst="rect">
                <a:avLst/>
              </a:prstGeom>
              <a:noFill/>
              <a:ln>
                <a:noFill/>
              </a:ln>
            </p:spPr>
            <p:txBody>
              <a:bodyPr anchorCtr="0" anchor="ctr" bIns="52200" lIns="52200" spcFirstLastPara="1" rIns="52200" wrap="square" tIns="522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8" name="Google Shape;338;p3"/>
            <p:cNvSpPr/>
            <p:nvPr/>
          </p:nvSpPr>
          <p:spPr>
            <a:xfrm rot="10800000">
              <a:off x="3369655" y="0"/>
              <a:ext cx="4252364" cy="3907822"/>
            </a:xfrm>
            <a:custGeom>
              <a:rect b="b" l="l" r="r" t="t"/>
              <a:pathLst>
                <a:path extrusionOk="0" h="3907822" w="4252364">
                  <a:moveTo>
                    <a:pt x="0" y="0"/>
                  </a:moveTo>
                  <a:lnTo>
                    <a:pt x="4252364" y="0"/>
                  </a:lnTo>
                  <a:lnTo>
                    <a:pt x="4252364" y="3907822"/>
                  </a:lnTo>
                  <a:lnTo>
                    <a:pt x="0" y="3907822"/>
                  </a:lnTo>
                  <a:lnTo>
                    <a:pt x="0" y="0"/>
                  </a:lnTo>
                  <a:close/>
                </a:path>
              </a:pathLst>
            </a:custGeom>
            <a:blipFill rotWithShape="1">
              <a:blip r:embed="rId4">
                <a:alphaModFix/>
              </a:blip>
              <a:stretch>
                <a:fillRect b="-2014" l="0" r="0" t="-20078"/>
              </a:stretch>
            </a:blipFill>
            <a:ln>
              <a:noFill/>
            </a:ln>
          </p:spPr>
        </p:sp>
        <p:grpSp>
          <p:nvGrpSpPr>
            <p:cNvPr id="339" name="Google Shape;339;p3"/>
            <p:cNvGrpSpPr/>
            <p:nvPr/>
          </p:nvGrpSpPr>
          <p:grpSpPr>
            <a:xfrm rot="10800000">
              <a:off x="4168370" y="3343189"/>
              <a:ext cx="2703356" cy="5996708"/>
              <a:chOff x="0" y="-123825"/>
              <a:chExt cx="544375" cy="1207558"/>
            </a:xfrm>
          </p:grpSpPr>
          <p:sp>
            <p:nvSpPr>
              <p:cNvPr id="340" name="Google Shape;340;p3"/>
              <p:cNvSpPr/>
              <p:nvPr/>
            </p:nvSpPr>
            <p:spPr>
              <a:xfrm>
                <a:off x="0" y="0"/>
                <a:ext cx="544375" cy="1083733"/>
              </a:xfrm>
              <a:custGeom>
                <a:rect b="b" l="l" r="r" t="t"/>
                <a:pathLst>
                  <a:path extrusionOk="0" h="1083733" w="544375">
                    <a:moveTo>
                      <a:pt x="195773" y="0"/>
                    </a:moveTo>
                    <a:lnTo>
                      <a:pt x="348603" y="0"/>
                    </a:lnTo>
                    <a:cubicBezTo>
                      <a:pt x="400525" y="0"/>
                      <a:pt x="450320" y="20626"/>
                      <a:pt x="487035" y="57341"/>
                    </a:cubicBezTo>
                    <a:cubicBezTo>
                      <a:pt x="523749" y="94055"/>
                      <a:pt x="544375" y="143851"/>
                      <a:pt x="544375" y="195773"/>
                    </a:cubicBezTo>
                    <a:lnTo>
                      <a:pt x="544375" y="887961"/>
                    </a:lnTo>
                    <a:cubicBezTo>
                      <a:pt x="544375" y="939883"/>
                      <a:pt x="523749" y="989678"/>
                      <a:pt x="487035" y="1026393"/>
                    </a:cubicBezTo>
                    <a:cubicBezTo>
                      <a:pt x="450320" y="1063107"/>
                      <a:pt x="400525" y="1083733"/>
                      <a:pt x="348603" y="1083733"/>
                    </a:cubicBezTo>
                    <a:lnTo>
                      <a:pt x="195773" y="1083733"/>
                    </a:lnTo>
                    <a:cubicBezTo>
                      <a:pt x="143851" y="1083733"/>
                      <a:pt x="94055" y="1063107"/>
                      <a:pt x="57341" y="1026393"/>
                    </a:cubicBezTo>
                    <a:cubicBezTo>
                      <a:pt x="20626" y="989678"/>
                      <a:pt x="0" y="939883"/>
                      <a:pt x="0" y="887961"/>
                    </a:cubicBezTo>
                    <a:lnTo>
                      <a:pt x="0" y="195773"/>
                    </a:lnTo>
                    <a:cubicBezTo>
                      <a:pt x="0" y="143851"/>
                      <a:pt x="20626" y="94055"/>
                      <a:pt x="57341" y="57341"/>
                    </a:cubicBezTo>
                    <a:cubicBezTo>
                      <a:pt x="94055" y="20626"/>
                      <a:pt x="143851" y="0"/>
                      <a:pt x="195773" y="0"/>
                    </a:cubicBezTo>
                    <a:close/>
                  </a:path>
                </a:pathLst>
              </a:custGeom>
              <a:solidFill>
                <a:srgbClr val="F882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
              <p:cNvSpPr txBox="1"/>
              <p:nvPr/>
            </p:nvSpPr>
            <p:spPr>
              <a:xfrm>
                <a:off x="0" y="-123825"/>
                <a:ext cx="544375" cy="1207558"/>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2" name="Google Shape;342;p3"/>
            <p:cNvGrpSpPr/>
            <p:nvPr/>
          </p:nvGrpSpPr>
          <p:grpSpPr>
            <a:xfrm rot="10800000">
              <a:off x="4629311" y="5884593"/>
              <a:ext cx="1781474" cy="2359013"/>
              <a:chOff x="0" y="-123825"/>
              <a:chExt cx="358736" cy="475035"/>
            </a:xfrm>
          </p:grpSpPr>
          <p:sp>
            <p:nvSpPr>
              <p:cNvPr id="343" name="Google Shape;343;p3"/>
              <p:cNvSpPr/>
              <p:nvPr/>
            </p:nvSpPr>
            <p:spPr>
              <a:xfrm>
                <a:off x="0" y="0"/>
                <a:ext cx="358736" cy="351210"/>
              </a:xfrm>
              <a:custGeom>
                <a:rect b="b" l="l" r="r" t="t"/>
                <a:pathLst>
                  <a:path extrusionOk="0" h="351210" w="358736">
                    <a:moveTo>
                      <a:pt x="148541" y="0"/>
                    </a:moveTo>
                    <a:lnTo>
                      <a:pt x="210195" y="0"/>
                    </a:lnTo>
                    <a:cubicBezTo>
                      <a:pt x="249590" y="0"/>
                      <a:pt x="287372" y="15650"/>
                      <a:pt x="315229" y="43507"/>
                    </a:cubicBezTo>
                    <a:cubicBezTo>
                      <a:pt x="343086" y="71363"/>
                      <a:pt x="358736" y="109145"/>
                      <a:pt x="358736" y="148541"/>
                    </a:cubicBezTo>
                    <a:lnTo>
                      <a:pt x="358736" y="202669"/>
                    </a:lnTo>
                    <a:cubicBezTo>
                      <a:pt x="358736" y="242064"/>
                      <a:pt x="343086" y="279846"/>
                      <a:pt x="315229" y="307703"/>
                    </a:cubicBezTo>
                    <a:cubicBezTo>
                      <a:pt x="287372" y="335560"/>
                      <a:pt x="249590" y="351210"/>
                      <a:pt x="210195" y="351210"/>
                    </a:cubicBezTo>
                    <a:lnTo>
                      <a:pt x="148541" y="351210"/>
                    </a:lnTo>
                    <a:cubicBezTo>
                      <a:pt x="109145" y="351210"/>
                      <a:pt x="71363" y="335560"/>
                      <a:pt x="43507" y="307703"/>
                    </a:cubicBezTo>
                    <a:cubicBezTo>
                      <a:pt x="15650" y="279846"/>
                      <a:pt x="0" y="242064"/>
                      <a:pt x="0" y="202669"/>
                    </a:cubicBezTo>
                    <a:lnTo>
                      <a:pt x="0" y="148541"/>
                    </a:lnTo>
                    <a:cubicBezTo>
                      <a:pt x="0" y="109145"/>
                      <a:pt x="15650" y="71363"/>
                      <a:pt x="43507" y="43507"/>
                    </a:cubicBezTo>
                    <a:cubicBezTo>
                      <a:pt x="71363" y="15650"/>
                      <a:pt x="109145" y="0"/>
                      <a:pt x="148541" y="0"/>
                    </a:cubicBezTo>
                    <a:close/>
                  </a:path>
                </a:pathLst>
              </a:custGeom>
              <a:solidFill>
                <a:srgbClr val="F99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
              <p:cNvSpPr txBox="1"/>
              <p:nvPr/>
            </p:nvSpPr>
            <p:spPr>
              <a:xfrm>
                <a:off x="0" y="-123825"/>
                <a:ext cx="358736" cy="475035"/>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5" name="Google Shape;345;p3"/>
            <p:cNvGrpSpPr/>
            <p:nvPr/>
          </p:nvGrpSpPr>
          <p:grpSpPr>
            <a:xfrm rot="10800000">
              <a:off x="4280491" y="3567430"/>
              <a:ext cx="2479114" cy="1910530"/>
              <a:chOff x="0" y="-123825"/>
              <a:chExt cx="499220" cy="384724"/>
            </a:xfrm>
          </p:grpSpPr>
          <p:sp>
            <p:nvSpPr>
              <p:cNvPr id="346" name="Google Shape;346;p3"/>
              <p:cNvSpPr/>
              <p:nvPr/>
            </p:nvSpPr>
            <p:spPr>
              <a:xfrm>
                <a:off x="0" y="0"/>
                <a:ext cx="499220" cy="260899"/>
              </a:xfrm>
              <a:custGeom>
                <a:rect b="b" l="l" r="r" t="t"/>
                <a:pathLst>
                  <a:path extrusionOk="0" h="260899" w="499220">
                    <a:moveTo>
                      <a:pt x="130449" y="0"/>
                    </a:moveTo>
                    <a:lnTo>
                      <a:pt x="368770" y="0"/>
                    </a:lnTo>
                    <a:cubicBezTo>
                      <a:pt x="440816" y="0"/>
                      <a:pt x="499220" y="58404"/>
                      <a:pt x="499220" y="130449"/>
                    </a:cubicBezTo>
                    <a:lnTo>
                      <a:pt x="499220" y="130449"/>
                    </a:lnTo>
                    <a:cubicBezTo>
                      <a:pt x="499220" y="165047"/>
                      <a:pt x="485476" y="198227"/>
                      <a:pt x="461012" y="222691"/>
                    </a:cubicBezTo>
                    <a:cubicBezTo>
                      <a:pt x="436548" y="247155"/>
                      <a:pt x="403368" y="260899"/>
                      <a:pt x="368770" y="260899"/>
                    </a:cubicBezTo>
                    <a:lnTo>
                      <a:pt x="130449" y="260899"/>
                    </a:lnTo>
                    <a:cubicBezTo>
                      <a:pt x="58404" y="260899"/>
                      <a:pt x="0" y="202495"/>
                      <a:pt x="0" y="130449"/>
                    </a:cubicBezTo>
                    <a:lnTo>
                      <a:pt x="0" y="130449"/>
                    </a:lnTo>
                    <a:cubicBezTo>
                      <a:pt x="0" y="58404"/>
                      <a:pt x="58404" y="0"/>
                      <a:pt x="130449" y="0"/>
                    </a:cubicBezTo>
                    <a:close/>
                  </a:path>
                </a:pathLst>
              </a:custGeom>
              <a:solidFill>
                <a:srgbClr val="F99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
              <p:cNvSpPr txBox="1"/>
              <p:nvPr/>
            </p:nvSpPr>
            <p:spPr>
              <a:xfrm>
                <a:off x="0" y="-123825"/>
                <a:ext cx="499220" cy="384724"/>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8" name="Google Shape;348;p3"/>
            <p:cNvGrpSpPr/>
            <p:nvPr/>
          </p:nvGrpSpPr>
          <p:grpSpPr>
            <a:xfrm rot="10800000">
              <a:off x="5748027" y="3419182"/>
              <a:ext cx="824710" cy="714580"/>
              <a:chOff x="0" y="-123825"/>
              <a:chExt cx="166072" cy="143894"/>
            </a:xfrm>
          </p:grpSpPr>
          <p:sp>
            <p:nvSpPr>
              <p:cNvPr id="349" name="Google Shape;349;p3"/>
              <p:cNvSpPr/>
              <p:nvPr/>
            </p:nvSpPr>
            <p:spPr>
              <a:xfrm>
                <a:off x="0" y="0"/>
                <a:ext cx="166072" cy="20069"/>
              </a:xfrm>
              <a:custGeom>
                <a:rect b="b" l="l" r="r" t="t"/>
                <a:pathLst>
                  <a:path extrusionOk="0" h="20069" w="166072">
                    <a:moveTo>
                      <a:pt x="10035" y="0"/>
                    </a:moveTo>
                    <a:lnTo>
                      <a:pt x="156038" y="0"/>
                    </a:lnTo>
                    <a:cubicBezTo>
                      <a:pt x="161579" y="0"/>
                      <a:pt x="166072" y="4493"/>
                      <a:pt x="166072" y="10035"/>
                    </a:cubicBezTo>
                    <a:lnTo>
                      <a:pt x="166072" y="10035"/>
                    </a:lnTo>
                    <a:cubicBezTo>
                      <a:pt x="166072" y="12696"/>
                      <a:pt x="165015" y="15248"/>
                      <a:pt x="163133" y="17130"/>
                    </a:cubicBezTo>
                    <a:cubicBezTo>
                      <a:pt x="161251" y="19012"/>
                      <a:pt x="158699" y="20069"/>
                      <a:pt x="156038" y="20069"/>
                    </a:cubicBezTo>
                    <a:lnTo>
                      <a:pt x="10035" y="20069"/>
                    </a:lnTo>
                    <a:cubicBezTo>
                      <a:pt x="7373" y="20069"/>
                      <a:pt x="4821" y="19012"/>
                      <a:pt x="2939" y="17130"/>
                    </a:cubicBezTo>
                    <a:cubicBezTo>
                      <a:pt x="1057" y="15248"/>
                      <a:pt x="0" y="12696"/>
                      <a:pt x="0" y="10035"/>
                    </a:cubicBezTo>
                    <a:lnTo>
                      <a:pt x="0" y="10035"/>
                    </a:lnTo>
                    <a:cubicBezTo>
                      <a:pt x="0" y="7373"/>
                      <a:pt x="1057" y="4821"/>
                      <a:pt x="2939" y="2939"/>
                    </a:cubicBezTo>
                    <a:cubicBezTo>
                      <a:pt x="4821" y="1057"/>
                      <a:pt x="7373" y="0"/>
                      <a:pt x="10035" y="0"/>
                    </a:cubicBezTo>
                    <a:close/>
                  </a:path>
                </a:pathLst>
              </a:custGeom>
              <a:solidFill>
                <a:srgbClr val="EAE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
              <p:cNvSpPr txBox="1"/>
              <p:nvPr/>
            </p:nvSpPr>
            <p:spPr>
              <a:xfrm>
                <a:off x="0" y="-123825"/>
                <a:ext cx="166072" cy="143894"/>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1" name="Google Shape;351;p3"/>
            <p:cNvGrpSpPr/>
            <p:nvPr/>
          </p:nvGrpSpPr>
          <p:grpSpPr>
            <a:xfrm rot="10800000">
              <a:off x="4467359" y="3419182"/>
              <a:ext cx="824710" cy="714580"/>
              <a:chOff x="0" y="-123825"/>
              <a:chExt cx="166072" cy="143894"/>
            </a:xfrm>
          </p:grpSpPr>
          <p:sp>
            <p:nvSpPr>
              <p:cNvPr id="352" name="Google Shape;352;p3"/>
              <p:cNvSpPr/>
              <p:nvPr/>
            </p:nvSpPr>
            <p:spPr>
              <a:xfrm>
                <a:off x="0" y="0"/>
                <a:ext cx="166072" cy="20069"/>
              </a:xfrm>
              <a:custGeom>
                <a:rect b="b" l="l" r="r" t="t"/>
                <a:pathLst>
                  <a:path extrusionOk="0" h="20069" w="166072">
                    <a:moveTo>
                      <a:pt x="10035" y="0"/>
                    </a:moveTo>
                    <a:lnTo>
                      <a:pt x="156038" y="0"/>
                    </a:lnTo>
                    <a:cubicBezTo>
                      <a:pt x="161579" y="0"/>
                      <a:pt x="166072" y="4493"/>
                      <a:pt x="166072" y="10035"/>
                    </a:cubicBezTo>
                    <a:lnTo>
                      <a:pt x="166072" y="10035"/>
                    </a:lnTo>
                    <a:cubicBezTo>
                      <a:pt x="166072" y="12696"/>
                      <a:pt x="165015" y="15248"/>
                      <a:pt x="163133" y="17130"/>
                    </a:cubicBezTo>
                    <a:cubicBezTo>
                      <a:pt x="161251" y="19012"/>
                      <a:pt x="158699" y="20069"/>
                      <a:pt x="156038" y="20069"/>
                    </a:cubicBezTo>
                    <a:lnTo>
                      <a:pt x="10035" y="20069"/>
                    </a:lnTo>
                    <a:cubicBezTo>
                      <a:pt x="7373" y="20069"/>
                      <a:pt x="4821" y="19012"/>
                      <a:pt x="2939" y="17130"/>
                    </a:cubicBezTo>
                    <a:cubicBezTo>
                      <a:pt x="1057" y="15248"/>
                      <a:pt x="0" y="12696"/>
                      <a:pt x="0" y="10035"/>
                    </a:cubicBezTo>
                    <a:lnTo>
                      <a:pt x="0" y="10035"/>
                    </a:lnTo>
                    <a:cubicBezTo>
                      <a:pt x="0" y="7373"/>
                      <a:pt x="1057" y="4821"/>
                      <a:pt x="2939" y="2939"/>
                    </a:cubicBezTo>
                    <a:cubicBezTo>
                      <a:pt x="4821" y="1057"/>
                      <a:pt x="7373" y="0"/>
                      <a:pt x="10035" y="0"/>
                    </a:cubicBezTo>
                    <a:close/>
                  </a:path>
                </a:pathLst>
              </a:custGeom>
              <a:solidFill>
                <a:srgbClr val="EAE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
              <p:cNvSpPr txBox="1"/>
              <p:nvPr/>
            </p:nvSpPr>
            <p:spPr>
              <a:xfrm>
                <a:off x="0" y="-123825"/>
                <a:ext cx="166072" cy="143894"/>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4" name="Google Shape;354;p3"/>
            <p:cNvGrpSpPr/>
            <p:nvPr/>
          </p:nvGrpSpPr>
          <p:grpSpPr>
            <a:xfrm rot="-9870462">
              <a:off x="6645046" y="5269372"/>
              <a:ext cx="450227" cy="765802"/>
              <a:chOff x="0" y="-120682"/>
              <a:chExt cx="90662" cy="154210"/>
            </a:xfrm>
          </p:grpSpPr>
          <p:sp>
            <p:nvSpPr>
              <p:cNvPr id="355" name="Google Shape;355;p3"/>
              <p:cNvSpPr/>
              <p:nvPr/>
            </p:nvSpPr>
            <p:spPr>
              <a:xfrm>
                <a:off x="0" y="0"/>
                <a:ext cx="90662" cy="33528"/>
              </a:xfrm>
              <a:custGeom>
                <a:rect b="b" l="l" r="r" t="t"/>
                <a:pathLst>
                  <a:path extrusionOk="0" h="33528" w="90662">
                    <a:moveTo>
                      <a:pt x="45331" y="0"/>
                    </a:moveTo>
                    <a:cubicBezTo>
                      <a:pt x="20295" y="0"/>
                      <a:pt x="0" y="7506"/>
                      <a:pt x="0" y="16764"/>
                    </a:cubicBezTo>
                    <a:cubicBezTo>
                      <a:pt x="0" y="26023"/>
                      <a:pt x="20295" y="33528"/>
                      <a:pt x="45331" y="33528"/>
                    </a:cubicBezTo>
                    <a:cubicBezTo>
                      <a:pt x="70367" y="33528"/>
                      <a:pt x="90662" y="26023"/>
                      <a:pt x="90662" y="16764"/>
                    </a:cubicBezTo>
                    <a:cubicBezTo>
                      <a:pt x="90662" y="7506"/>
                      <a:pt x="70367" y="0"/>
                      <a:pt x="45331" y="0"/>
                    </a:cubicBezTo>
                    <a:close/>
                  </a:path>
                </a:pathLst>
              </a:custGeom>
              <a:solidFill>
                <a:srgbClr val="CC5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
              <p:cNvSpPr txBox="1"/>
              <p:nvPr/>
            </p:nvSpPr>
            <p:spPr>
              <a:xfrm>
                <a:off x="8500" y="-120682"/>
                <a:ext cx="73663" cy="151067"/>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7" name="Google Shape;357;p3"/>
            <p:cNvGrpSpPr/>
            <p:nvPr/>
          </p:nvGrpSpPr>
          <p:grpSpPr>
            <a:xfrm rot="9883450">
              <a:off x="3895232" y="5268936"/>
              <a:ext cx="450227" cy="765802"/>
              <a:chOff x="0" y="-120682"/>
              <a:chExt cx="90662" cy="154210"/>
            </a:xfrm>
          </p:grpSpPr>
          <p:sp>
            <p:nvSpPr>
              <p:cNvPr id="358" name="Google Shape;358;p3"/>
              <p:cNvSpPr/>
              <p:nvPr/>
            </p:nvSpPr>
            <p:spPr>
              <a:xfrm>
                <a:off x="0" y="0"/>
                <a:ext cx="90662" cy="33528"/>
              </a:xfrm>
              <a:custGeom>
                <a:rect b="b" l="l" r="r" t="t"/>
                <a:pathLst>
                  <a:path extrusionOk="0" h="33528" w="90662">
                    <a:moveTo>
                      <a:pt x="45331" y="0"/>
                    </a:moveTo>
                    <a:cubicBezTo>
                      <a:pt x="20295" y="0"/>
                      <a:pt x="0" y="7506"/>
                      <a:pt x="0" y="16764"/>
                    </a:cubicBezTo>
                    <a:cubicBezTo>
                      <a:pt x="0" y="26023"/>
                      <a:pt x="20295" y="33528"/>
                      <a:pt x="45331" y="33528"/>
                    </a:cubicBezTo>
                    <a:cubicBezTo>
                      <a:pt x="70367" y="33528"/>
                      <a:pt x="90662" y="26023"/>
                      <a:pt x="90662" y="16764"/>
                    </a:cubicBezTo>
                    <a:cubicBezTo>
                      <a:pt x="90662" y="7506"/>
                      <a:pt x="70367" y="0"/>
                      <a:pt x="45331" y="0"/>
                    </a:cubicBezTo>
                    <a:close/>
                  </a:path>
                </a:pathLst>
              </a:custGeom>
              <a:solidFill>
                <a:srgbClr val="CC5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
              <p:cNvSpPr txBox="1"/>
              <p:nvPr/>
            </p:nvSpPr>
            <p:spPr>
              <a:xfrm>
                <a:off x="8500" y="-120682"/>
                <a:ext cx="73663" cy="151067"/>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0" name="Google Shape;360;p3"/>
            <p:cNvGrpSpPr/>
            <p:nvPr/>
          </p:nvGrpSpPr>
          <p:grpSpPr>
            <a:xfrm>
              <a:off x="4344825" y="4529850"/>
              <a:ext cx="2365175" cy="1214950"/>
              <a:chOff x="0" y="-123825"/>
              <a:chExt cx="597833" cy="307096"/>
            </a:xfrm>
          </p:grpSpPr>
          <p:sp>
            <p:nvSpPr>
              <p:cNvPr id="361" name="Google Shape;361;p3"/>
              <p:cNvSpPr/>
              <p:nvPr/>
            </p:nvSpPr>
            <p:spPr>
              <a:xfrm>
                <a:off x="0" y="0"/>
                <a:ext cx="597833" cy="183271"/>
              </a:xfrm>
              <a:custGeom>
                <a:rect b="b" l="l" r="r" t="t"/>
                <a:pathLst>
                  <a:path extrusionOk="0" h="183271" w="597833">
                    <a:moveTo>
                      <a:pt x="203200" y="183271"/>
                    </a:moveTo>
                    <a:lnTo>
                      <a:pt x="394633" y="183271"/>
                    </a:lnTo>
                    <a:lnTo>
                      <a:pt x="597833" y="0"/>
                    </a:lnTo>
                    <a:lnTo>
                      <a:pt x="0" y="0"/>
                    </a:lnTo>
                    <a:lnTo>
                      <a:pt x="203200" y="183271"/>
                    </a:lnTo>
                    <a:close/>
                  </a:path>
                </a:pathLst>
              </a:custGeom>
              <a:solidFill>
                <a:srgbClr val="893F00"/>
              </a:solidFill>
              <a:ln>
                <a:noFill/>
              </a:ln>
            </p:spPr>
          </p:sp>
          <p:sp>
            <p:nvSpPr>
              <p:cNvPr id="362" name="Google Shape;362;p3"/>
              <p:cNvSpPr txBox="1"/>
              <p:nvPr/>
            </p:nvSpPr>
            <p:spPr>
              <a:xfrm>
                <a:off x="127000" y="-123825"/>
                <a:ext cx="343833" cy="307096"/>
              </a:xfrm>
              <a:prstGeom prst="rect">
                <a:avLst/>
              </a:prstGeom>
              <a:noFill/>
              <a:ln>
                <a:noFill/>
              </a:ln>
            </p:spPr>
            <p:txBody>
              <a:bodyPr anchorCtr="0" anchor="ctr" bIns="52200" lIns="52200" spcFirstLastPara="1" rIns="52200" wrap="square" tIns="522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3" name="Google Shape;363;p3"/>
            <p:cNvGrpSpPr/>
            <p:nvPr/>
          </p:nvGrpSpPr>
          <p:grpSpPr>
            <a:xfrm>
              <a:off x="4309639" y="4747257"/>
              <a:ext cx="266384" cy="3278447"/>
              <a:chOff x="0" y="-123825"/>
              <a:chExt cx="39938" cy="491530"/>
            </a:xfrm>
          </p:grpSpPr>
          <p:sp>
            <p:nvSpPr>
              <p:cNvPr id="364" name="Google Shape;364;p3"/>
              <p:cNvSpPr/>
              <p:nvPr/>
            </p:nvSpPr>
            <p:spPr>
              <a:xfrm>
                <a:off x="0" y="0"/>
                <a:ext cx="39938" cy="367705"/>
              </a:xfrm>
              <a:custGeom>
                <a:rect b="b" l="l" r="r" t="t"/>
                <a:pathLst>
                  <a:path extrusionOk="0" h="367705" w="39938">
                    <a:moveTo>
                      <a:pt x="0" y="0"/>
                    </a:moveTo>
                    <a:lnTo>
                      <a:pt x="39938" y="0"/>
                    </a:lnTo>
                    <a:lnTo>
                      <a:pt x="39938" y="367705"/>
                    </a:lnTo>
                    <a:lnTo>
                      <a:pt x="0" y="367705"/>
                    </a:lnTo>
                    <a:close/>
                  </a:path>
                </a:pathLst>
              </a:custGeom>
              <a:solidFill>
                <a:srgbClr val="893F00"/>
              </a:solidFill>
              <a:ln>
                <a:noFill/>
              </a:ln>
            </p:spPr>
          </p:sp>
          <p:sp>
            <p:nvSpPr>
              <p:cNvPr id="365" name="Google Shape;365;p3"/>
              <p:cNvSpPr txBox="1"/>
              <p:nvPr/>
            </p:nvSpPr>
            <p:spPr>
              <a:xfrm>
                <a:off x="0" y="-123825"/>
                <a:ext cx="39938" cy="491530"/>
              </a:xfrm>
              <a:prstGeom prst="rect">
                <a:avLst/>
              </a:prstGeom>
              <a:noFill/>
              <a:ln>
                <a:noFill/>
              </a:ln>
            </p:spPr>
            <p:txBody>
              <a:bodyPr anchorCtr="0" anchor="ctr" bIns="52200" lIns="52200" spcFirstLastPara="1" rIns="52200" wrap="square" tIns="522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6" name="Google Shape;366;p3"/>
            <p:cNvGrpSpPr/>
            <p:nvPr/>
          </p:nvGrpSpPr>
          <p:grpSpPr>
            <a:xfrm>
              <a:off x="6491852" y="4747257"/>
              <a:ext cx="266384" cy="3278447"/>
              <a:chOff x="0" y="-123825"/>
              <a:chExt cx="39938" cy="491530"/>
            </a:xfrm>
          </p:grpSpPr>
          <p:sp>
            <p:nvSpPr>
              <p:cNvPr id="367" name="Google Shape;367;p3"/>
              <p:cNvSpPr/>
              <p:nvPr/>
            </p:nvSpPr>
            <p:spPr>
              <a:xfrm>
                <a:off x="0" y="0"/>
                <a:ext cx="39938" cy="367705"/>
              </a:xfrm>
              <a:custGeom>
                <a:rect b="b" l="l" r="r" t="t"/>
                <a:pathLst>
                  <a:path extrusionOk="0" h="367705" w="39938">
                    <a:moveTo>
                      <a:pt x="0" y="0"/>
                    </a:moveTo>
                    <a:lnTo>
                      <a:pt x="39938" y="0"/>
                    </a:lnTo>
                    <a:lnTo>
                      <a:pt x="39938" y="367705"/>
                    </a:lnTo>
                    <a:lnTo>
                      <a:pt x="0" y="367705"/>
                    </a:lnTo>
                    <a:close/>
                  </a:path>
                </a:pathLst>
              </a:custGeom>
              <a:solidFill>
                <a:srgbClr val="893F00"/>
              </a:solidFill>
              <a:ln>
                <a:noFill/>
              </a:ln>
            </p:spPr>
          </p:sp>
          <p:sp>
            <p:nvSpPr>
              <p:cNvPr id="368" name="Google Shape;368;p3"/>
              <p:cNvSpPr txBox="1"/>
              <p:nvPr/>
            </p:nvSpPr>
            <p:spPr>
              <a:xfrm>
                <a:off x="0" y="-123825"/>
                <a:ext cx="39938" cy="491530"/>
              </a:xfrm>
              <a:prstGeom prst="rect">
                <a:avLst/>
              </a:prstGeom>
              <a:noFill/>
              <a:ln>
                <a:noFill/>
              </a:ln>
            </p:spPr>
            <p:txBody>
              <a:bodyPr anchorCtr="0" anchor="ctr" bIns="52200" lIns="52200" spcFirstLastPara="1" rIns="52200" wrap="square" tIns="522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9" name="Google Shape;369;p3"/>
            <p:cNvGrpSpPr/>
            <p:nvPr/>
          </p:nvGrpSpPr>
          <p:grpSpPr>
            <a:xfrm rot="10800000">
              <a:off x="4344825" y="7761376"/>
              <a:ext cx="2365175" cy="1214950"/>
              <a:chOff x="0" y="-123825"/>
              <a:chExt cx="597833" cy="307096"/>
            </a:xfrm>
          </p:grpSpPr>
          <p:sp>
            <p:nvSpPr>
              <p:cNvPr id="370" name="Google Shape;370;p3"/>
              <p:cNvSpPr/>
              <p:nvPr/>
            </p:nvSpPr>
            <p:spPr>
              <a:xfrm>
                <a:off x="0" y="0"/>
                <a:ext cx="597833" cy="183271"/>
              </a:xfrm>
              <a:custGeom>
                <a:rect b="b" l="l" r="r" t="t"/>
                <a:pathLst>
                  <a:path extrusionOk="0" h="183271" w="597833">
                    <a:moveTo>
                      <a:pt x="203200" y="183271"/>
                    </a:moveTo>
                    <a:lnTo>
                      <a:pt x="394633" y="183271"/>
                    </a:lnTo>
                    <a:lnTo>
                      <a:pt x="597833" y="0"/>
                    </a:lnTo>
                    <a:lnTo>
                      <a:pt x="0" y="0"/>
                    </a:lnTo>
                    <a:lnTo>
                      <a:pt x="203200" y="183271"/>
                    </a:lnTo>
                    <a:close/>
                  </a:path>
                </a:pathLst>
              </a:custGeom>
              <a:solidFill>
                <a:srgbClr val="893F00"/>
              </a:solidFill>
              <a:ln>
                <a:noFill/>
              </a:ln>
            </p:spPr>
          </p:sp>
          <p:sp>
            <p:nvSpPr>
              <p:cNvPr id="371" name="Google Shape;371;p3"/>
              <p:cNvSpPr txBox="1"/>
              <p:nvPr/>
            </p:nvSpPr>
            <p:spPr>
              <a:xfrm>
                <a:off x="127000" y="-123825"/>
                <a:ext cx="343833" cy="307096"/>
              </a:xfrm>
              <a:prstGeom prst="rect">
                <a:avLst/>
              </a:prstGeom>
              <a:noFill/>
              <a:ln>
                <a:noFill/>
              </a:ln>
            </p:spPr>
            <p:txBody>
              <a:bodyPr anchorCtr="0" anchor="ctr" bIns="52200" lIns="52200" spcFirstLastPara="1" rIns="52200" wrap="square" tIns="522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AD00"/>
        </a:solidFill>
      </p:bgPr>
    </p:bg>
    <p:spTree>
      <p:nvGrpSpPr>
        <p:cNvPr id="375" name="Shape 375"/>
        <p:cNvGrpSpPr/>
        <p:nvPr/>
      </p:nvGrpSpPr>
      <p:grpSpPr>
        <a:xfrm>
          <a:off x="0" y="0"/>
          <a:ext cx="0" cy="0"/>
          <a:chOff x="0" y="0"/>
          <a:chExt cx="0" cy="0"/>
        </a:xfrm>
      </p:grpSpPr>
      <p:grpSp>
        <p:nvGrpSpPr>
          <p:cNvPr id="376" name="Google Shape;376;p4"/>
          <p:cNvGrpSpPr/>
          <p:nvPr/>
        </p:nvGrpSpPr>
        <p:grpSpPr>
          <a:xfrm rot="-5400000">
            <a:off x="-1101090" y="980987"/>
            <a:ext cx="11215802" cy="9093448"/>
            <a:chOff x="0" y="-123825"/>
            <a:chExt cx="2953956" cy="2394982"/>
          </a:xfrm>
        </p:grpSpPr>
        <p:sp>
          <p:nvSpPr>
            <p:cNvPr id="377" name="Google Shape;377;p4"/>
            <p:cNvSpPr/>
            <p:nvPr/>
          </p:nvSpPr>
          <p:spPr>
            <a:xfrm>
              <a:off x="0" y="0"/>
              <a:ext cx="2953956" cy="2271157"/>
            </a:xfrm>
            <a:custGeom>
              <a:rect b="b" l="l" r="r" t="t"/>
              <a:pathLst>
                <a:path extrusionOk="0" h="2271157" w="2953956">
                  <a:moveTo>
                    <a:pt x="0" y="0"/>
                  </a:moveTo>
                  <a:lnTo>
                    <a:pt x="2953956" y="0"/>
                  </a:lnTo>
                  <a:lnTo>
                    <a:pt x="2953956" y="2271157"/>
                  </a:lnTo>
                  <a:lnTo>
                    <a:pt x="0" y="2271157"/>
                  </a:lnTo>
                  <a:close/>
                </a:path>
              </a:pathLst>
            </a:custGeom>
            <a:solidFill>
              <a:srgbClr val="0B1541"/>
            </a:solidFill>
            <a:ln>
              <a:noFill/>
            </a:ln>
          </p:spPr>
        </p:sp>
        <p:sp>
          <p:nvSpPr>
            <p:cNvPr id="378" name="Google Shape;378;p4"/>
            <p:cNvSpPr txBox="1"/>
            <p:nvPr/>
          </p:nvSpPr>
          <p:spPr>
            <a:xfrm>
              <a:off x="0" y="-123825"/>
              <a:ext cx="2953956" cy="2394982"/>
            </a:xfrm>
            <a:prstGeom prst="rect">
              <a:avLst/>
            </a:prstGeom>
            <a:noFill/>
            <a:ln>
              <a:noFill/>
            </a:ln>
          </p:spPr>
          <p:txBody>
            <a:bodyPr anchorCtr="0" anchor="t" bIns="50800" lIns="50800" spcFirstLastPara="1" rIns="50800" wrap="square" tIns="50800">
              <a:noAutofit/>
            </a:bodyPr>
            <a:lstStyle/>
            <a:p>
              <a:pPr indent="0" lvl="0" marL="0" marR="0" rtl="0" algn="just">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9" name="Google Shape;379;p4"/>
          <p:cNvSpPr/>
          <p:nvPr/>
        </p:nvSpPr>
        <p:spPr>
          <a:xfrm>
            <a:off x="1028700" y="1272745"/>
            <a:ext cx="937546" cy="953143"/>
          </a:xfrm>
          <a:custGeom>
            <a:rect b="b" l="l" r="r" t="t"/>
            <a:pathLst>
              <a:path extrusionOk="0" h="953143" w="937546">
                <a:moveTo>
                  <a:pt x="0" y="0"/>
                </a:moveTo>
                <a:lnTo>
                  <a:pt x="937546" y="0"/>
                </a:lnTo>
                <a:lnTo>
                  <a:pt x="937546" y="953143"/>
                </a:lnTo>
                <a:lnTo>
                  <a:pt x="0" y="953143"/>
                </a:lnTo>
                <a:lnTo>
                  <a:pt x="0" y="0"/>
                </a:lnTo>
                <a:close/>
              </a:path>
            </a:pathLst>
          </a:custGeom>
          <a:blipFill rotWithShape="1">
            <a:blip r:embed="rId3">
              <a:alphaModFix/>
            </a:blip>
            <a:stretch>
              <a:fillRect b="0" l="0" r="0" t="0"/>
            </a:stretch>
          </a:blipFill>
          <a:ln>
            <a:noFill/>
          </a:ln>
        </p:spPr>
      </p:sp>
      <p:grpSp>
        <p:nvGrpSpPr>
          <p:cNvPr id="380" name="Google Shape;380;p4"/>
          <p:cNvGrpSpPr/>
          <p:nvPr/>
        </p:nvGrpSpPr>
        <p:grpSpPr>
          <a:xfrm rot="-5400000">
            <a:off x="7020302" y="344533"/>
            <a:ext cx="13664400" cy="9597934"/>
            <a:chOff x="0" y="1"/>
            <a:chExt cx="18219200" cy="12797245"/>
          </a:xfrm>
        </p:grpSpPr>
        <p:grpSp>
          <p:nvGrpSpPr>
            <p:cNvPr id="381" name="Google Shape;381;p4"/>
            <p:cNvGrpSpPr/>
            <p:nvPr/>
          </p:nvGrpSpPr>
          <p:grpSpPr>
            <a:xfrm>
              <a:off x="1095900" y="229099"/>
              <a:ext cx="16027400" cy="845693"/>
              <a:chOff x="0" y="-123825"/>
              <a:chExt cx="3165906" cy="167051"/>
            </a:xfrm>
          </p:grpSpPr>
          <p:sp>
            <p:nvSpPr>
              <p:cNvPr id="382" name="Google Shape;382;p4"/>
              <p:cNvSpPr/>
              <p:nvPr/>
            </p:nvSpPr>
            <p:spPr>
              <a:xfrm>
                <a:off x="0" y="0"/>
                <a:ext cx="3165906" cy="43226"/>
              </a:xfrm>
              <a:custGeom>
                <a:rect b="b" l="l" r="r" t="t"/>
                <a:pathLst>
                  <a:path extrusionOk="0" h="43226" w="3165906">
                    <a:moveTo>
                      <a:pt x="0" y="0"/>
                    </a:moveTo>
                    <a:lnTo>
                      <a:pt x="3165906" y="0"/>
                    </a:lnTo>
                    <a:lnTo>
                      <a:pt x="3165906" y="43226"/>
                    </a:lnTo>
                    <a:lnTo>
                      <a:pt x="0" y="43226"/>
                    </a:lnTo>
                    <a:close/>
                  </a:path>
                </a:pathLst>
              </a:custGeom>
              <a:solidFill>
                <a:srgbClr val="FFDD8C"/>
              </a:solidFill>
              <a:ln>
                <a:noFill/>
              </a:ln>
            </p:spPr>
          </p:sp>
          <p:sp>
            <p:nvSpPr>
              <p:cNvPr id="383" name="Google Shape;383;p4"/>
              <p:cNvSpPr txBox="1"/>
              <p:nvPr/>
            </p:nvSpPr>
            <p:spPr>
              <a:xfrm>
                <a:off x="0" y="-123825"/>
                <a:ext cx="3165906" cy="16705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4" name="Google Shape;384;p4"/>
            <p:cNvGrpSpPr/>
            <p:nvPr/>
          </p:nvGrpSpPr>
          <p:grpSpPr>
            <a:xfrm>
              <a:off x="0" y="2655315"/>
              <a:ext cx="2788000" cy="723867"/>
              <a:chOff x="0" y="-123825"/>
              <a:chExt cx="547795" cy="142231"/>
            </a:xfrm>
          </p:grpSpPr>
          <p:sp>
            <p:nvSpPr>
              <p:cNvPr id="385" name="Google Shape;385;p4"/>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386" name="Google Shape;386;p4"/>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7" name="Google Shape;387;p4"/>
            <p:cNvGrpSpPr/>
            <p:nvPr/>
          </p:nvGrpSpPr>
          <p:grpSpPr>
            <a:xfrm>
              <a:off x="11570400" y="2655315"/>
              <a:ext cx="2788000" cy="723867"/>
              <a:chOff x="0" y="-123825"/>
              <a:chExt cx="547795" cy="142231"/>
            </a:xfrm>
          </p:grpSpPr>
          <p:sp>
            <p:nvSpPr>
              <p:cNvPr id="388" name="Google Shape;388;p4"/>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389" name="Google Shape;389;p4"/>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0" name="Google Shape;390;p4"/>
            <p:cNvGrpSpPr/>
            <p:nvPr/>
          </p:nvGrpSpPr>
          <p:grpSpPr>
            <a:xfrm>
              <a:off x="3860800" y="2655315"/>
              <a:ext cx="2788000" cy="723867"/>
              <a:chOff x="0" y="-123825"/>
              <a:chExt cx="547795" cy="142231"/>
            </a:xfrm>
          </p:grpSpPr>
          <p:sp>
            <p:nvSpPr>
              <p:cNvPr id="391" name="Google Shape;391;p4"/>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392" name="Google Shape;392;p4"/>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3" name="Google Shape;393;p4"/>
            <p:cNvGrpSpPr/>
            <p:nvPr/>
          </p:nvGrpSpPr>
          <p:grpSpPr>
            <a:xfrm>
              <a:off x="15431200" y="2655315"/>
              <a:ext cx="2788000" cy="723867"/>
              <a:chOff x="0" y="-123825"/>
              <a:chExt cx="547795" cy="142231"/>
            </a:xfrm>
          </p:grpSpPr>
          <p:sp>
            <p:nvSpPr>
              <p:cNvPr id="394" name="Google Shape;394;p4"/>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395" name="Google Shape;395;p4"/>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6" name="Google Shape;396;p4"/>
            <p:cNvGrpSpPr/>
            <p:nvPr/>
          </p:nvGrpSpPr>
          <p:grpSpPr>
            <a:xfrm>
              <a:off x="7715600" y="2655315"/>
              <a:ext cx="2788000" cy="723867"/>
              <a:chOff x="0" y="-123825"/>
              <a:chExt cx="547795" cy="142231"/>
            </a:xfrm>
          </p:grpSpPr>
          <p:sp>
            <p:nvSpPr>
              <p:cNvPr id="397" name="Google Shape;397;p4"/>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398" name="Google Shape;398;p4"/>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9" name="Google Shape;399;p4"/>
            <p:cNvGrpSpPr/>
            <p:nvPr/>
          </p:nvGrpSpPr>
          <p:grpSpPr>
            <a:xfrm>
              <a:off x="0" y="7439137"/>
              <a:ext cx="2788000" cy="723867"/>
              <a:chOff x="0" y="-123825"/>
              <a:chExt cx="547795" cy="142231"/>
            </a:xfrm>
          </p:grpSpPr>
          <p:sp>
            <p:nvSpPr>
              <p:cNvPr id="400" name="Google Shape;400;p4"/>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401" name="Google Shape;401;p4"/>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2" name="Google Shape;402;p4"/>
            <p:cNvGrpSpPr/>
            <p:nvPr/>
          </p:nvGrpSpPr>
          <p:grpSpPr>
            <a:xfrm>
              <a:off x="11570400" y="7439137"/>
              <a:ext cx="2788000" cy="723867"/>
              <a:chOff x="0" y="-123825"/>
              <a:chExt cx="547795" cy="142231"/>
            </a:xfrm>
          </p:grpSpPr>
          <p:sp>
            <p:nvSpPr>
              <p:cNvPr id="403" name="Google Shape;403;p4"/>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404" name="Google Shape;404;p4"/>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5" name="Google Shape;405;p4"/>
            <p:cNvGrpSpPr/>
            <p:nvPr/>
          </p:nvGrpSpPr>
          <p:grpSpPr>
            <a:xfrm>
              <a:off x="3860800" y="7439137"/>
              <a:ext cx="2788000" cy="723867"/>
              <a:chOff x="0" y="-123825"/>
              <a:chExt cx="547795" cy="142231"/>
            </a:xfrm>
          </p:grpSpPr>
          <p:sp>
            <p:nvSpPr>
              <p:cNvPr id="406" name="Google Shape;406;p4"/>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407" name="Google Shape;407;p4"/>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8" name="Google Shape;408;p4"/>
            <p:cNvGrpSpPr/>
            <p:nvPr/>
          </p:nvGrpSpPr>
          <p:grpSpPr>
            <a:xfrm>
              <a:off x="15431200" y="7439137"/>
              <a:ext cx="2788000" cy="723867"/>
              <a:chOff x="0" y="-123825"/>
              <a:chExt cx="547795" cy="142231"/>
            </a:xfrm>
          </p:grpSpPr>
          <p:sp>
            <p:nvSpPr>
              <p:cNvPr id="409" name="Google Shape;409;p4"/>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410" name="Google Shape;410;p4"/>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1" name="Google Shape;411;p4"/>
            <p:cNvGrpSpPr/>
            <p:nvPr/>
          </p:nvGrpSpPr>
          <p:grpSpPr>
            <a:xfrm>
              <a:off x="7715600" y="7439137"/>
              <a:ext cx="2788000" cy="723867"/>
              <a:chOff x="0" y="-123825"/>
              <a:chExt cx="547795" cy="142231"/>
            </a:xfrm>
          </p:grpSpPr>
          <p:sp>
            <p:nvSpPr>
              <p:cNvPr id="412" name="Google Shape;412;p4"/>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413" name="Google Shape;413;p4"/>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4" name="Google Shape;414;p4"/>
            <p:cNvGrpSpPr/>
            <p:nvPr/>
          </p:nvGrpSpPr>
          <p:grpSpPr>
            <a:xfrm>
              <a:off x="1095900" y="4963036"/>
              <a:ext cx="16027400" cy="845693"/>
              <a:chOff x="0" y="-123825"/>
              <a:chExt cx="3165906" cy="167051"/>
            </a:xfrm>
          </p:grpSpPr>
          <p:sp>
            <p:nvSpPr>
              <p:cNvPr id="415" name="Google Shape;415;p4"/>
              <p:cNvSpPr/>
              <p:nvPr/>
            </p:nvSpPr>
            <p:spPr>
              <a:xfrm>
                <a:off x="0" y="0"/>
                <a:ext cx="3165906" cy="43226"/>
              </a:xfrm>
              <a:custGeom>
                <a:rect b="b" l="l" r="r" t="t"/>
                <a:pathLst>
                  <a:path extrusionOk="0" h="43226" w="3165906">
                    <a:moveTo>
                      <a:pt x="0" y="0"/>
                    </a:moveTo>
                    <a:lnTo>
                      <a:pt x="3165906" y="0"/>
                    </a:lnTo>
                    <a:lnTo>
                      <a:pt x="3165906" y="43226"/>
                    </a:lnTo>
                    <a:lnTo>
                      <a:pt x="0" y="43226"/>
                    </a:lnTo>
                    <a:close/>
                  </a:path>
                </a:pathLst>
              </a:custGeom>
              <a:solidFill>
                <a:srgbClr val="FFDD8C"/>
              </a:solidFill>
              <a:ln>
                <a:noFill/>
              </a:ln>
            </p:spPr>
          </p:sp>
          <p:sp>
            <p:nvSpPr>
              <p:cNvPr id="416" name="Google Shape;416;p4"/>
              <p:cNvSpPr txBox="1"/>
              <p:nvPr/>
            </p:nvSpPr>
            <p:spPr>
              <a:xfrm>
                <a:off x="0" y="-123825"/>
                <a:ext cx="3165906" cy="16705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7" name="Google Shape;417;p4"/>
            <p:cNvGrpSpPr/>
            <p:nvPr/>
          </p:nvGrpSpPr>
          <p:grpSpPr>
            <a:xfrm>
              <a:off x="1095900" y="9806390"/>
              <a:ext cx="16027400" cy="845693"/>
              <a:chOff x="0" y="-123825"/>
              <a:chExt cx="3165906" cy="167051"/>
            </a:xfrm>
          </p:grpSpPr>
          <p:sp>
            <p:nvSpPr>
              <p:cNvPr id="418" name="Google Shape;418;p4"/>
              <p:cNvSpPr/>
              <p:nvPr/>
            </p:nvSpPr>
            <p:spPr>
              <a:xfrm>
                <a:off x="0" y="0"/>
                <a:ext cx="3165906" cy="43226"/>
              </a:xfrm>
              <a:custGeom>
                <a:rect b="b" l="l" r="r" t="t"/>
                <a:pathLst>
                  <a:path extrusionOk="0" h="43226" w="3165906">
                    <a:moveTo>
                      <a:pt x="0" y="0"/>
                    </a:moveTo>
                    <a:lnTo>
                      <a:pt x="3165906" y="0"/>
                    </a:lnTo>
                    <a:lnTo>
                      <a:pt x="3165906" y="43226"/>
                    </a:lnTo>
                    <a:lnTo>
                      <a:pt x="0" y="43226"/>
                    </a:lnTo>
                    <a:close/>
                  </a:path>
                </a:pathLst>
              </a:custGeom>
              <a:solidFill>
                <a:srgbClr val="FFDD8C"/>
              </a:solidFill>
              <a:ln>
                <a:noFill/>
              </a:ln>
            </p:spPr>
          </p:sp>
          <p:sp>
            <p:nvSpPr>
              <p:cNvPr id="419" name="Google Shape;419;p4"/>
              <p:cNvSpPr txBox="1"/>
              <p:nvPr/>
            </p:nvSpPr>
            <p:spPr>
              <a:xfrm>
                <a:off x="0" y="-123825"/>
                <a:ext cx="3165906" cy="16705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0" name="Google Shape;420;p4"/>
            <p:cNvGrpSpPr/>
            <p:nvPr/>
          </p:nvGrpSpPr>
          <p:grpSpPr>
            <a:xfrm>
              <a:off x="1743600" y="9915803"/>
              <a:ext cx="14954403" cy="2881442"/>
              <a:chOff x="0" y="-123825"/>
              <a:chExt cx="2953956" cy="569174"/>
            </a:xfrm>
          </p:grpSpPr>
          <p:sp>
            <p:nvSpPr>
              <p:cNvPr id="421" name="Google Shape;421;p4"/>
              <p:cNvSpPr/>
              <p:nvPr/>
            </p:nvSpPr>
            <p:spPr>
              <a:xfrm>
                <a:off x="0" y="0"/>
                <a:ext cx="2953956" cy="445349"/>
              </a:xfrm>
              <a:custGeom>
                <a:rect b="b" l="l" r="r" t="t"/>
                <a:pathLst>
                  <a:path extrusionOk="0" h="445349" w="2953956">
                    <a:moveTo>
                      <a:pt x="0" y="0"/>
                    </a:moveTo>
                    <a:lnTo>
                      <a:pt x="2953956" y="0"/>
                    </a:lnTo>
                    <a:lnTo>
                      <a:pt x="2953956" y="445349"/>
                    </a:lnTo>
                    <a:lnTo>
                      <a:pt x="0" y="445349"/>
                    </a:lnTo>
                    <a:close/>
                  </a:path>
                </a:pathLst>
              </a:custGeom>
              <a:solidFill>
                <a:srgbClr val="F5F1DC"/>
              </a:solidFill>
              <a:ln>
                <a:noFill/>
              </a:ln>
            </p:spPr>
          </p:sp>
          <p:sp>
            <p:nvSpPr>
              <p:cNvPr id="422" name="Google Shape;422;p4"/>
              <p:cNvSpPr txBox="1"/>
              <p:nvPr/>
            </p:nvSpPr>
            <p:spPr>
              <a:xfrm>
                <a:off x="0" y="-123825"/>
                <a:ext cx="2953956" cy="569174"/>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3" name="Google Shape;423;p4"/>
            <p:cNvGrpSpPr/>
            <p:nvPr/>
          </p:nvGrpSpPr>
          <p:grpSpPr>
            <a:xfrm rot="5400000">
              <a:off x="3629699" y="481442"/>
              <a:ext cx="1930752" cy="967869"/>
              <a:chOff x="0" y="-94484"/>
              <a:chExt cx="812800" cy="407450"/>
            </a:xfrm>
          </p:grpSpPr>
          <p:sp>
            <p:nvSpPr>
              <p:cNvPr id="424" name="Google Shape;424;p4"/>
              <p:cNvSpPr/>
              <p:nvPr/>
            </p:nvSpPr>
            <p:spPr>
              <a:xfrm>
                <a:off x="0" y="0"/>
                <a:ext cx="812800" cy="312966"/>
              </a:xfrm>
              <a:custGeom>
                <a:rect b="b" l="l" r="r" t="t"/>
                <a:pathLst>
                  <a:path extrusionOk="0" h="312966" w="812800">
                    <a:moveTo>
                      <a:pt x="406400" y="0"/>
                    </a:moveTo>
                    <a:cubicBezTo>
                      <a:pt x="181951" y="0"/>
                      <a:pt x="0" y="70060"/>
                      <a:pt x="0" y="156483"/>
                    </a:cubicBezTo>
                    <a:cubicBezTo>
                      <a:pt x="0" y="242906"/>
                      <a:pt x="181951" y="312966"/>
                      <a:pt x="406400" y="312966"/>
                    </a:cubicBezTo>
                    <a:cubicBezTo>
                      <a:pt x="630849" y="312966"/>
                      <a:pt x="812800" y="242906"/>
                      <a:pt x="812800" y="156483"/>
                    </a:cubicBezTo>
                    <a:cubicBezTo>
                      <a:pt x="812800" y="70060"/>
                      <a:pt x="630849" y="0"/>
                      <a:pt x="406400" y="0"/>
                    </a:cubicBezTo>
                    <a:close/>
                  </a:path>
                </a:pathLst>
              </a:custGeom>
              <a:solidFill>
                <a:srgbClr val="1F3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4"/>
              <p:cNvSpPr txBox="1"/>
              <p:nvPr/>
            </p:nvSpPr>
            <p:spPr>
              <a:xfrm>
                <a:off x="76200" y="-94484"/>
                <a:ext cx="660400" cy="378110"/>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6" name="Google Shape;426;p4"/>
            <p:cNvGrpSpPr/>
            <p:nvPr/>
          </p:nvGrpSpPr>
          <p:grpSpPr>
            <a:xfrm rot="5400000">
              <a:off x="4172596" y="616495"/>
              <a:ext cx="659140" cy="697761"/>
              <a:chOff x="0" y="-47625"/>
              <a:chExt cx="812800" cy="860425"/>
            </a:xfrm>
          </p:grpSpPr>
          <p:sp>
            <p:nvSpPr>
              <p:cNvPr id="427" name="Google Shape;427;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4"/>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9" name="Google Shape;429;p4"/>
            <p:cNvGrpSpPr/>
            <p:nvPr/>
          </p:nvGrpSpPr>
          <p:grpSpPr>
            <a:xfrm rot="7531530">
              <a:off x="8718471" y="1402609"/>
              <a:ext cx="1930752" cy="967869"/>
              <a:chOff x="0" y="-94484"/>
              <a:chExt cx="812800" cy="407450"/>
            </a:xfrm>
          </p:grpSpPr>
          <p:sp>
            <p:nvSpPr>
              <p:cNvPr id="430" name="Google Shape;430;p4"/>
              <p:cNvSpPr/>
              <p:nvPr/>
            </p:nvSpPr>
            <p:spPr>
              <a:xfrm>
                <a:off x="0" y="0"/>
                <a:ext cx="812800" cy="312966"/>
              </a:xfrm>
              <a:custGeom>
                <a:rect b="b" l="l" r="r" t="t"/>
                <a:pathLst>
                  <a:path extrusionOk="0" h="312966" w="812800">
                    <a:moveTo>
                      <a:pt x="406400" y="0"/>
                    </a:moveTo>
                    <a:cubicBezTo>
                      <a:pt x="181951" y="0"/>
                      <a:pt x="0" y="70060"/>
                      <a:pt x="0" y="156483"/>
                    </a:cubicBezTo>
                    <a:cubicBezTo>
                      <a:pt x="0" y="242906"/>
                      <a:pt x="181951" y="312966"/>
                      <a:pt x="406400" y="312966"/>
                    </a:cubicBezTo>
                    <a:cubicBezTo>
                      <a:pt x="630849" y="312966"/>
                      <a:pt x="812800" y="242906"/>
                      <a:pt x="812800" y="156483"/>
                    </a:cubicBezTo>
                    <a:cubicBezTo>
                      <a:pt x="812800" y="70060"/>
                      <a:pt x="630849" y="0"/>
                      <a:pt x="406400" y="0"/>
                    </a:cubicBezTo>
                    <a:close/>
                  </a:path>
                </a:pathLst>
              </a:custGeom>
              <a:solidFill>
                <a:srgbClr val="22BF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4"/>
              <p:cNvSpPr txBox="1"/>
              <p:nvPr/>
            </p:nvSpPr>
            <p:spPr>
              <a:xfrm>
                <a:off x="76200" y="-94484"/>
                <a:ext cx="660400" cy="378110"/>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2" name="Google Shape;432;p4"/>
            <p:cNvGrpSpPr/>
            <p:nvPr/>
          </p:nvGrpSpPr>
          <p:grpSpPr>
            <a:xfrm rot="7531530">
              <a:off x="9278662" y="1483677"/>
              <a:ext cx="659140" cy="697761"/>
              <a:chOff x="0" y="-47625"/>
              <a:chExt cx="812800" cy="860425"/>
            </a:xfrm>
          </p:grpSpPr>
          <p:sp>
            <p:nvSpPr>
              <p:cNvPr id="433" name="Google Shape;433;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5" name="Google Shape;435;p4"/>
            <p:cNvGrpSpPr/>
            <p:nvPr/>
          </p:nvGrpSpPr>
          <p:grpSpPr>
            <a:xfrm rot="4098149">
              <a:off x="3993463" y="10566226"/>
              <a:ext cx="1930752" cy="967869"/>
              <a:chOff x="0" y="-94484"/>
              <a:chExt cx="812800" cy="407450"/>
            </a:xfrm>
          </p:grpSpPr>
          <p:sp>
            <p:nvSpPr>
              <p:cNvPr id="436" name="Google Shape;436;p4"/>
              <p:cNvSpPr/>
              <p:nvPr/>
            </p:nvSpPr>
            <p:spPr>
              <a:xfrm>
                <a:off x="0" y="0"/>
                <a:ext cx="812800" cy="312966"/>
              </a:xfrm>
              <a:custGeom>
                <a:rect b="b" l="l" r="r" t="t"/>
                <a:pathLst>
                  <a:path extrusionOk="0" h="312966" w="812800">
                    <a:moveTo>
                      <a:pt x="406400" y="0"/>
                    </a:moveTo>
                    <a:cubicBezTo>
                      <a:pt x="181951" y="0"/>
                      <a:pt x="0" y="70060"/>
                      <a:pt x="0" y="156483"/>
                    </a:cubicBezTo>
                    <a:cubicBezTo>
                      <a:pt x="0" y="242906"/>
                      <a:pt x="181951" y="312966"/>
                      <a:pt x="406400" y="312966"/>
                    </a:cubicBezTo>
                    <a:cubicBezTo>
                      <a:pt x="630849" y="312966"/>
                      <a:pt x="812800" y="242906"/>
                      <a:pt x="812800" y="156483"/>
                    </a:cubicBezTo>
                    <a:cubicBezTo>
                      <a:pt x="812800" y="70060"/>
                      <a:pt x="630849" y="0"/>
                      <a:pt x="406400" y="0"/>
                    </a:cubicBezTo>
                    <a:close/>
                  </a:path>
                </a:pathLst>
              </a:custGeom>
              <a:solidFill>
                <a:srgbClr val="FF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4"/>
              <p:cNvSpPr txBox="1"/>
              <p:nvPr/>
            </p:nvSpPr>
            <p:spPr>
              <a:xfrm>
                <a:off x="76200" y="-94484"/>
                <a:ext cx="660400" cy="378110"/>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8" name="Google Shape;438;p4"/>
            <p:cNvGrpSpPr/>
            <p:nvPr/>
          </p:nvGrpSpPr>
          <p:grpSpPr>
            <a:xfrm rot="4098149">
              <a:off x="4542942" y="10735630"/>
              <a:ext cx="659140" cy="697761"/>
              <a:chOff x="0" y="-47625"/>
              <a:chExt cx="812800" cy="860425"/>
            </a:xfrm>
          </p:grpSpPr>
          <p:sp>
            <p:nvSpPr>
              <p:cNvPr id="439" name="Google Shape;439;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4"/>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1" name="Google Shape;441;p4"/>
            <p:cNvGrpSpPr/>
            <p:nvPr/>
          </p:nvGrpSpPr>
          <p:grpSpPr>
            <a:xfrm>
              <a:off x="9220802" y="10702087"/>
              <a:ext cx="1930752" cy="967869"/>
              <a:chOff x="0" y="-94484"/>
              <a:chExt cx="812800" cy="407450"/>
            </a:xfrm>
          </p:grpSpPr>
          <p:sp>
            <p:nvSpPr>
              <p:cNvPr id="442" name="Google Shape;442;p4"/>
              <p:cNvSpPr/>
              <p:nvPr/>
            </p:nvSpPr>
            <p:spPr>
              <a:xfrm>
                <a:off x="0" y="0"/>
                <a:ext cx="812800" cy="312966"/>
              </a:xfrm>
              <a:custGeom>
                <a:rect b="b" l="l" r="r" t="t"/>
                <a:pathLst>
                  <a:path extrusionOk="0" h="312966" w="812800">
                    <a:moveTo>
                      <a:pt x="406400" y="0"/>
                    </a:moveTo>
                    <a:cubicBezTo>
                      <a:pt x="181951" y="0"/>
                      <a:pt x="0" y="70060"/>
                      <a:pt x="0" y="156483"/>
                    </a:cubicBezTo>
                    <a:cubicBezTo>
                      <a:pt x="0" y="242906"/>
                      <a:pt x="181951" y="312966"/>
                      <a:pt x="406400" y="312966"/>
                    </a:cubicBezTo>
                    <a:cubicBezTo>
                      <a:pt x="630849" y="312966"/>
                      <a:pt x="812800" y="242906"/>
                      <a:pt x="812800" y="156483"/>
                    </a:cubicBezTo>
                    <a:cubicBezTo>
                      <a:pt x="812800" y="70060"/>
                      <a:pt x="630849" y="0"/>
                      <a:pt x="406400" y="0"/>
                    </a:cubicBezTo>
                    <a:close/>
                  </a:path>
                </a:pathLst>
              </a:custGeom>
              <a:solidFill>
                <a:srgbClr val="1F3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4"/>
              <p:cNvSpPr txBox="1"/>
              <p:nvPr/>
            </p:nvSpPr>
            <p:spPr>
              <a:xfrm>
                <a:off x="76200" y="-94484"/>
                <a:ext cx="660400" cy="378110"/>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4" name="Google Shape;444;p4"/>
            <p:cNvGrpSpPr/>
            <p:nvPr/>
          </p:nvGrpSpPr>
          <p:grpSpPr>
            <a:xfrm>
              <a:off x="9856607" y="10930050"/>
              <a:ext cx="659140" cy="697761"/>
              <a:chOff x="0" y="-47625"/>
              <a:chExt cx="812800" cy="860425"/>
            </a:xfrm>
          </p:grpSpPr>
          <p:sp>
            <p:nvSpPr>
              <p:cNvPr id="445" name="Google Shape;44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4"/>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7" name="Google Shape;447;p4"/>
            <p:cNvGrpSpPr/>
            <p:nvPr/>
          </p:nvGrpSpPr>
          <p:grpSpPr>
            <a:xfrm rot="-5620548">
              <a:off x="12728454" y="4125937"/>
              <a:ext cx="1930752" cy="967869"/>
              <a:chOff x="0" y="-94484"/>
              <a:chExt cx="812800" cy="407450"/>
            </a:xfrm>
          </p:grpSpPr>
          <p:sp>
            <p:nvSpPr>
              <p:cNvPr id="448" name="Google Shape;448;p4"/>
              <p:cNvSpPr/>
              <p:nvPr/>
            </p:nvSpPr>
            <p:spPr>
              <a:xfrm>
                <a:off x="0" y="0"/>
                <a:ext cx="812800" cy="312966"/>
              </a:xfrm>
              <a:custGeom>
                <a:rect b="b" l="l" r="r" t="t"/>
                <a:pathLst>
                  <a:path extrusionOk="0" h="312966" w="812800">
                    <a:moveTo>
                      <a:pt x="406400" y="0"/>
                    </a:moveTo>
                    <a:cubicBezTo>
                      <a:pt x="181951" y="0"/>
                      <a:pt x="0" y="70060"/>
                      <a:pt x="0" y="156483"/>
                    </a:cubicBezTo>
                    <a:cubicBezTo>
                      <a:pt x="0" y="242906"/>
                      <a:pt x="181951" y="312966"/>
                      <a:pt x="406400" y="312966"/>
                    </a:cubicBezTo>
                    <a:cubicBezTo>
                      <a:pt x="630849" y="312966"/>
                      <a:pt x="812800" y="242906"/>
                      <a:pt x="812800" y="156483"/>
                    </a:cubicBezTo>
                    <a:cubicBezTo>
                      <a:pt x="812800" y="70060"/>
                      <a:pt x="630849" y="0"/>
                      <a:pt x="406400" y="0"/>
                    </a:cubicBezTo>
                    <a:close/>
                  </a:path>
                </a:pathLst>
              </a:custGeom>
              <a:solidFill>
                <a:srgbClr val="A87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4"/>
              <p:cNvSpPr txBox="1"/>
              <p:nvPr/>
            </p:nvSpPr>
            <p:spPr>
              <a:xfrm>
                <a:off x="76200" y="-94484"/>
                <a:ext cx="660400" cy="378110"/>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50" name="Google Shape;450;p4"/>
            <p:cNvGrpSpPr/>
            <p:nvPr/>
          </p:nvGrpSpPr>
          <p:grpSpPr>
            <a:xfrm rot="-5620548">
              <a:off x="13456978" y="4255034"/>
              <a:ext cx="659140" cy="697761"/>
              <a:chOff x="0" y="-47625"/>
              <a:chExt cx="812800" cy="860425"/>
            </a:xfrm>
          </p:grpSpPr>
          <p:sp>
            <p:nvSpPr>
              <p:cNvPr id="451" name="Google Shape;451;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4"/>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453" name="Google Shape;453;p4"/>
          <p:cNvGrpSpPr/>
          <p:nvPr/>
        </p:nvGrpSpPr>
        <p:grpSpPr>
          <a:xfrm>
            <a:off x="10737594" y="-192360"/>
            <a:ext cx="5858875" cy="8962677"/>
            <a:chOff x="-189814" y="0"/>
            <a:chExt cx="7811833" cy="11950235"/>
          </a:xfrm>
        </p:grpSpPr>
        <p:grpSp>
          <p:nvGrpSpPr>
            <p:cNvPr id="454" name="Google Shape;454;p4"/>
            <p:cNvGrpSpPr/>
            <p:nvPr/>
          </p:nvGrpSpPr>
          <p:grpSpPr>
            <a:xfrm>
              <a:off x="4062685" y="3104332"/>
              <a:ext cx="259157" cy="1726253"/>
              <a:chOff x="0" y="-123825"/>
              <a:chExt cx="39938" cy="266031"/>
            </a:xfrm>
          </p:grpSpPr>
          <p:sp>
            <p:nvSpPr>
              <p:cNvPr id="455" name="Google Shape;455;p4"/>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456" name="Google Shape;456;p4"/>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57" name="Google Shape;457;p4"/>
            <p:cNvGrpSpPr/>
            <p:nvPr/>
          </p:nvGrpSpPr>
          <p:grpSpPr>
            <a:xfrm>
              <a:off x="6732983" y="3104332"/>
              <a:ext cx="259157" cy="1726253"/>
              <a:chOff x="0" y="-123825"/>
              <a:chExt cx="39938" cy="266031"/>
            </a:xfrm>
          </p:grpSpPr>
          <p:sp>
            <p:nvSpPr>
              <p:cNvPr id="458" name="Google Shape;458;p4"/>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459" name="Google Shape;459;p4"/>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0" name="Google Shape;460;p4"/>
            <p:cNvGrpSpPr/>
            <p:nvPr/>
          </p:nvGrpSpPr>
          <p:grpSpPr>
            <a:xfrm>
              <a:off x="4062685" y="6363731"/>
              <a:ext cx="259157" cy="1726253"/>
              <a:chOff x="0" y="-123825"/>
              <a:chExt cx="39938" cy="266031"/>
            </a:xfrm>
          </p:grpSpPr>
          <p:sp>
            <p:nvSpPr>
              <p:cNvPr id="461" name="Google Shape;461;p4"/>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462" name="Google Shape;462;p4"/>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3" name="Google Shape;463;p4"/>
            <p:cNvGrpSpPr/>
            <p:nvPr/>
          </p:nvGrpSpPr>
          <p:grpSpPr>
            <a:xfrm>
              <a:off x="6732983" y="6363731"/>
              <a:ext cx="259157" cy="1726253"/>
              <a:chOff x="0" y="-123825"/>
              <a:chExt cx="39938" cy="266031"/>
            </a:xfrm>
          </p:grpSpPr>
          <p:sp>
            <p:nvSpPr>
              <p:cNvPr id="464" name="Google Shape;464;p4"/>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465" name="Google Shape;465;p4"/>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6" name="Google Shape;466;p4"/>
            <p:cNvGrpSpPr/>
            <p:nvPr/>
          </p:nvGrpSpPr>
          <p:grpSpPr>
            <a:xfrm rot="1071862">
              <a:off x="1304815" y="5280239"/>
              <a:ext cx="259157" cy="1726253"/>
              <a:chOff x="0" y="-123825"/>
              <a:chExt cx="39938" cy="266031"/>
            </a:xfrm>
          </p:grpSpPr>
          <p:sp>
            <p:nvSpPr>
              <p:cNvPr id="467" name="Google Shape;467;p4"/>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468" name="Google Shape;468;p4"/>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9" name="Google Shape;469;p4"/>
            <p:cNvGrpSpPr/>
            <p:nvPr/>
          </p:nvGrpSpPr>
          <p:grpSpPr>
            <a:xfrm rot="1071862">
              <a:off x="3846366" y="6099393"/>
              <a:ext cx="259157" cy="1726253"/>
              <a:chOff x="0" y="-123825"/>
              <a:chExt cx="39938" cy="266031"/>
            </a:xfrm>
          </p:grpSpPr>
          <p:sp>
            <p:nvSpPr>
              <p:cNvPr id="470" name="Google Shape;470;p4"/>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471" name="Google Shape;471;p4"/>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2" name="Google Shape;472;p4"/>
            <p:cNvGrpSpPr/>
            <p:nvPr/>
          </p:nvGrpSpPr>
          <p:grpSpPr>
            <a:xfrm rot="1071862">
              <a:off x="304946" y="8382488"/>
              <a:ext cx="259157" cy="1726253"/>
              <a:chOff x="0" y="-123825"/>
              <a:chExt cx="39938" cy="266031"/>
            </a:xfrm>
          </p:grpSpPr>
          <p:sp>
            <p:nvSpPr>
              <p:cNvPr id="473" name="Google Shape;473;p4"/>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474" name="Google Shape;474;p4"/>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5" name="Google Shape;475;p4"/>
            <p:cNvGrpSpPr/>
            <p:nvPr/>
          </p:nvGrpSpPr>
          <p:grpSpPr>
            <a:xfrm rot="1071862">
              <a:off x="2846497" y="9201642"/>
              <a:ext cx="259157" cy="1726253"/>
              <a:chOff x="0" y="-123825"/>
              <a:chExt cx="39938" cy="266031"/>
            </a:xfrm>
          </p:grpSpPr>
          <p:sp>
            <p:nvSpPr>
              <p:cNvPr id="476" name="Google Shape;476;p4"/>
              <p:cNvSpPr/>
              <p:nvPr/>
            </p:nvSpPr>
            <p:spPr>
              <a:xfrm>
                <a:off x="0" y="0"/>
                <a:ext cx="39938" cy="142206"/>
              </a:xfrm>
              <a:custGeom>
                <a:rect b="b" l="l" r="r" t="t"/>
                <a:pathLst>
                  <a:path extrusionOk="0" h="142206" w="39938">
                    <a:moveTo>
                      <a:pt x="0" y="0"/>
                    </a:moveTo>
                    <a:lnTo>
                      <a:pt x="39938" y="0"/>
                    </a:lnTo>
                    <a:lnTo>
                      <a:pt x="39938" y="142206"/>
                    </a:lnTo>
                    <a:lnTo>
                      <a:pt x="0" y="142206"/>
                    </a:lnTo>
                    <a:close/>
                  </a:path>
                </a:pathLst>
              </a:custGeom>
              <a:solidFill>
                <a:srgbClr val="0B1541"/>
              </a:solidFill>
              <a:ln>
                <a:noFill/>
              </a:ln>
            </p:spPr>
          </p:sp>
          <p:sp>
            <p:nvSpPr>
              <p:cNvPr id="477" name="Google Shape;477;p4"/>
              <p:cNvSpPr txBox="1"/>
              <p:nvPr/>
            </p:nvSpPr>
            <p:spPr>
              <a:xfrm>
                <a:off x="0" y="-123825"/>
                <a:ext cx="39938" cy="266031"/>
              </a:xfrm>
              <a:prstGeom prst="rect">
                <a:avLst/>
              </a:prstGeom>
              <a:noFill/>
              <a:ln>
                <a:noFill/>
              </a:ln>
            </p:spPr>
            <p:txBody>
              <a:bodyPr anchorCtr="0" anchor="ctr" bIns="50800" lIns="50800" spcFirstLastPara="1" rIns="50800" wrap="square" tIns="50800">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8" name="Google Shape;478;p4"/>
            <p:cNvSpPr/>
            <p:nvPr/>
          </p:nvSpPr>
          <p:spPr>
            <a:xfrm rot="-9721201">
              <a:off x="1226583" y="2546320"/>
              <a:ext cx="4252364" cy="3907822"/>
            </a:xfrm>
            <a:custGeom>
              <a:rect b="b" l="l" r="r" t="t"/>
              <a:pathLst>
                <a:path extrusionOk="0" h="3907822" w="4252364">
                  <a:moveTo>
                    <a:pt x="0" y="0"/>
                  </a:moveTo>
                  <a:lnTo>
                    <a:pt x="4252364" y="0"/>
                  </a:lnTo>
                  <a:lnTo>
                    <a:pt x="4252364" y="3907821"/>
                  </a:lnTo>
                  <a:lnTo>
                    <a:pt x="0" y="3907821"/>
                  </a:lnTo>
                  <a:lnTo>
                    <a:pt x="0" y="0"/>
                  </a:lnTo>
                  <a:close/>
                </a:path>
              </a:pathLst>
            </a:custGeom>
            <a:blipFill rotWithShape="1">
              <a:blip r:embed="rId4">
                <a:alphaModFix/>
              </a:blip>
              <a:stretch>
                <a:fillRect b="-2014" l="0" r="0" t="-20078"/>
              </a:stretch>
            </a:blipFill>
            <a:ln>
              <a:noFill/>
            </a:ln>
          </p:spPr>
        </p:sp>
        <p:grpSp>
          <p:nvGrpSpPr>
            <p:cNvPr id="479" name="Google Shape;479;p4"/>
            <p:cNvGrpSpPr/>
            <p:nvPr/>
          </p:nvGrpSpPr>
          <p:grpSpPr>
            <a:xfrm rot="-9721201">
              <a:off x="669722" y="5682710"/>
              <a:ext cx="2703356" cy="5996708"/>
              <a:chOff x="0" y="-123825"/>
              <a:chExt cx="544375" cy="1207558"/>
            </a:xfrm>
          </p:grpSpPr>
          <p:sp>
            <p:nvSpPr>
              <p:cNvPr id="480" name="Google Shape;480;p4"/>
              <p:cNvSpPr/>
              <p:nvPr/>
            </p:nvSpPr>
            <p:spPr>
              <a:xfrm>
                <a:off x="0" y="0"/>
                <a:ext cx="544375" cy="1083733"/>
              </a:xfrm>
              <a:custGeom>
                <a:rect b="b" l="l" r="r" t="t"/>
                <a:pathLst>
                  <a:path extrusionOk="0" h="1083733" w="544375">
                    <a:moveTo>
                      <a:pt x="195773" y="0"/>
                    </a:moveTo>
                    <a:lnTo>
                      <a:pt x="348603" y="0"/>
                    </a:lnTo>
                    <a:cubicBezTo>
                      <a:pt x="400525" y="0"/>
                      <a:pt x="450320" y="20626"/>
                      <a:pt x="487035" y="57341"/>
                    </a:cubicBezTo>
                    <a:cubicBezTo>
                      <a:pt x="523749" y="94055"/>
                      <a:pt x="544375" y="143851"/>
                      <a:pt x="544375" y="195773"/>
                    </a:cubicBezTo>
                    <a:lnTo>
                      <a:pt x="544375" y="887961"/>
                    </a:lnTo>
                    <a:cubicBezTo>
                      <a:pt x="544375" y="939883"/>
                      <a:pt x="523749" y="989678"/>
                      <a:pt x="487035" y="1026393"/>
                    </a:cubicBezTo>
                    <a:cubicBezTo>
                      <a:pt x="450320" y="1063107"/>
                      <a:pt x="400525" y="1083733"/>
                      <a:pt x="348603" y="1083733"/>
                    </a:cubicBezTo>
                    <a:lnTo>
                      <a:pt x="195773" y="1083733"/>
                    </a:lnTo>
                    <a:cubicBezTo>
                      <a:pt x="143851" y="1083733"/>
                      <a:pt x="94055" y="1063107"/>
                      <a:pt x="57341" y="1026393"/>
                    </a:cubicBezTo>
                    <a:cubicBezTo>
                      <a:pt x="20626" y="989678"/>
                      <a:pt x="0" y="939883"/>
                      <a:pt x="0" y="887961"/>
                    </a:cubicBezTo>
                    <a:lnTo>
                      <a:pt x="0" y="195773"/>
                    </a:lnTo>
                    <a:cubicBezTo>
                      <a:pt x="0" y="143851"/>
                      <a:pt x="20626" y="94055"/>
                      <a:pt x="57341" y="57341"/>
                    </a:cubicBezTo>
                    <a:cubicBezTo>
                      <a:pt x="94055" y="20626"/>
                      <a:pt x="143851" y="0"/>
                      <a:pt x="195773" y="0"/>
                    </a:cubicBezTo>
                    <a:close/>
                  </a:path>
                </a:pathLst>
              </a:custGeom>
              <a:solidFill>
                <a:srgbClr val="1F3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4"/>
              <p:cNvSpPr txBox="1"/>
              <p:nvPr/>
            </p:nvSpPr>
            <p:spPr>
              <a:xfrm>
                <a:off x="0" y="-123825"/>
                <a:ext cx="544375" cy="1207558"/>
              </a:xfrm>
              <a:prstGeom prst="rect">
                <a:avLst/>
              </a:prstGeom>
              <a:noFill/>
              <a:ln>
                <a:noFill/>
              </a:ln>
            </p:spPr>
            <p:txBody>
              <a:bodyPr anchorCtr="0" anchor="ctr" bIns="38875" lIns="38875" spcFirstLastPara="1" rIns="38875" wrap="square" tIns="38875">
                <a:noAutofit/>
              </a:bodyPr>
              <a:lstStyle/>
              <a:p>
                <a:pPr indent="0" lvl="0" marL="0" marR="0" rtl="0" algn="ctr">
                  <a:lnSpc>
                    <a:spcPct val="240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2" name="Google Shape;482;p4"/>
            <p:cNvGrpSpPr/>
            <p:nvPr/>
          </p:nvGrpSpPr>
          <p:grpSpPr>
            <a:xfrm rot="-9721201">
              <a:off x="907621" y="8188827"/>
              <a:ext cx="1781474" cy="2359013"/>
              <a:chOff x="0" y="-123825"/>
              <a:chExt cx="358736" cy="475035"/>
            </a:xfrm>
          </p:grpSpPr>
          <p:sp>
            <p:nvSpPr>
              <p:cNvPr id="483" name="Google Shape;483;p4"/>
              <p:cNvSpPr/>
              <p:nvPr/>
            </p:nvSpPr>
            <p:spPr>
              <a:xfrm>
                <a:off x="0" y="0"/>
                <a:ext cx="358736" cy="351210"/>
              </a:xfrm>
              <a:custGeom>
                <a:rect b="b" l="l" r="r" t="t"/>
                <a:pathLst>
                  <a:path extrusionOk="0" h="351210" w="358736">
                    <a:moveTo>
                      <a:pt x="175605" y="0"/>
                    </a:moveTo>
                    <a:lnTo>
                      <a:pt x="183131" y="0"/>
                    </a:lnTo>
                    <a:cubicBezTo>
                      <a:pt x="280115" y="0"/>
                      <a:pt x="358736" y="78621"/>
                      <a:pt x="358736" y="175605"/>
                    </a:cubicBezTo>
                    <a:lnTo>
                      <a:pt x="358736" y="175605"/>
                    </a:lnTo>
                    <a:cubicBezTo>
                      <a:pt x="358736" y="272589"/>
                      <a:pt x="280115" y="351210"/>
                      <a:pt x="183131" y="351210"/>
                    </a:cubicBezTo>
                    <a:lnTo>
                      <a:pt x="175605" y="351210"/>
                    </a:lnTo>
                    <a:cubicBezTo>
                      <a:pt x="78621" y="351210"/>
                      <a:pt x="0" y="272589"/>
                      <a:pt x="0" y="175605"/>
                    </a:cubicBezTo>
                    <a:lnTo>
                      <a:pt x="0" y="175605"/>
                    </a:lnTo>
                    <a:cubicBezTo>
                      <a:pt x="0" y="78621"/>
                      <a:pt x="78621" y="0"/>
                      <a:pt x="175605" y="0"/>
                    </a:cubicBezTo>
                    <a:close/>
                  </a:path>
                </a:pathLst>
              </a:custGeom>
              <a:solidFill>
                <a:srgbClr val="4C62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
              <p:cNvSpPr txBox="1"/>
              <p:nvPr/>
            </p:nvSpPr>
            <p:spPr>
              <a:xfrm>
                <a:off x="0" y="-123825"/>
                <a:ext cx="358736" cy="475035"/>
              </a:xfrm>
              <a:prstGeom prst="rect">
                <a:avLst/>
              </a:prstGeom>
              <a:noFill/>
              <a:ln>
                <a:noFill/>
              </a:ln>
            </p:spPr>
            <p:txBody>
              <a:bodyPr anchorCtr="0" anchor="ctr" bIns="38875" lIns="38875" spcFirstLastPara="1" rIns="38875" wrap="square" tIns="38875">
                <a:noAutofit/>
              </a:bodyPr>
              <a:lstStyle/>
              <a:p>
                <a:pPr indent="0" lvl="0" marL="0" marR="0" rtl="0" algn="ctr">
                  <a:lnSpc>
                    <a:spcPct val="240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5" name="Google Shape;485;p4"/>
            <p:cNvGrpSpPr/>
            <p:nvPr/>
          </p:nvGrpSpPr>
          <p:grpSpPr>
            <a:xfrm rot="-9721201">
              <a:off x="1343293" y="5995775"/>
              <a:ext cx="2479114" cy="1910530"/>
              <a:chOff x="0" y="-123825"/>
              <a:chExt cx="499220" cy="384724"/>
            </a:xfrm>
          </p:grpSpPr>
          <p:sp>
            <p:nvSpPr>
              <p:cNvPr id="486" name="Google Shape;486;p4"/>
              <p:cNvSpPr/>
              <p:nvPr/>
            </p:nvSpPr>
            <p:spPr>
              <a:xfrm>
                <a:off x="0" y="0"/>
                <a:ext cx="499220" cy="260899"/>
              </a:xfrm>
              <a:custGeom>
                <a:rect b="b" l="l" r="r" t="t"/>
                <a:pathLst>
                  <a:path extrusionOk="0" h="260899" w="499220">
                    <a:moveTo>
                      <a:pt x="130449" y="0"/>
                    </a:moveTo>
                    <a:lnTo>
                      <a:pt x="368770" y="0"/>
                    </a:lnTo>
                    <a:cubicBezTo>
                      <a:pt x="440816" y="0"/>
                      <a:pt x="499220" y="58404"/>
                      <a:pt x="499220" y="130449"/>
                    </a:cubicBezTo>
                    <a:lnTo>
                      <a:pt x="499220" y="130449"/>
                    </a:lnTo>
                    <a:cubicBezTo>
                      <a:pt x="499220" y="165047"/>
                      <a:pt x="485476" y="198227"/>
                      <a:pt x="461012" y="222691"/>
                    </a:cubicBezTo>
                    <a:cubicBezTo>
                      <a:pt x="436548" y="247155"/>
                      <a:pt x="403368" y="260899"/>
                      <a:pt x="368770" y="260899"/>
                    </a:cubicBezTo>
                    <a:lnTo>
                      <a:pt x="130449" y="260899"/>
                    </a:lnTo>
                    <a:cubicBezTo>
                      <a:pt x="58404" y="260899"/>
                      <a:pt x="0" y="202495"/>
                      <a:pt x="0" y="130449"/>
                    </a:cubicBezTo>
                    <a:lnTo>
                      <a:pt x="0" y="130449"/>
                    </a:lnTo>
                    <a:cubicBezTo>
                      <a:pt x="0" y="58404"/>
                      <a:pt x="58404" y="0"/>
                      <a:pt x="130449" y="0"/>
                    </a:cubicBezTo>
                    <a:close/>
                  </a:path>
                </a:pathLst>
              </a:custGeom>
              <a:solidFill>
                <a:srgbClr val="4C62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
              <p:cNvSpPr txBox="1"/>
              <p:nvPr/>
            </p:nvSpPr>
            <p:spPr>
              <a:xfrm>
                <a:off x="0" y="-123825"/>
                <a:ext cx="499220" cy="384724"/>
              </a:xfrm>
              <a:prstGeom prst="rect">
                <a:avLst/>
              </a:prstGeom>
              <a:noFill/>
              <a:ln>
                <a:noFill/>
              </a:ln>
            </p:spPr>
            <p:txBody>
              <a:bodyPr anchorCtr="0" anchor="ctr" bIns="38875" lIns="38875" spcFirstLastPara="1" rIns="38875" wrap="square" tIns="38875">
                <a:noAutofit/>
              </a:bodyPr>
              <a:lstStyle/>
              <a:p>
                <a:pPr indent="0" lvl="0" marL="0" marR="0" rtl="0" algn="ctr">
                  <a:lnSpc>
                    <a:spcPct val="240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8" name="Google Shape;488;p4"/>
            <p:cNvGrpSpPr/>
            <p:nvPr/>
          </p:nvGrpSpPr>
          <p:grpSpPr>
            <a:xfrm rot="-9721201">
              <a:off x="3009905" y="6081630"/>
              <a:ext cx="824710" cy="714580"/>
              <a:chOff x="0" y="-123825"/>
              <a:chExt cx="166072" cy="143894"/>
            </a:xfrm>
          </p:grpSpPr>
          <p:sp>
            <p:nvSpPr>
              <p:cNvPr id="489" name="Google Shape;489;p4"/>
              <p:cNvSpPr/>
              <p:nvPr/>
            </p:nvSpPr>
            <p:spPr>
              <a:xfrm>
                <a:off x="0" y="0"/>
                <a:ext cx="166072" cy="20069"/>
              </a:xfrm>
              <a:custGeom>
                <a:rect b="b" l="l" r="r" t="t"/>
                <a:pathLst>
                  <a:path extrusionOk="0" h="20069" w="166072">
                    <a:moveTo>
                      <a:pt x="10035" y="0"/>
                    </a:moveTo>
                    <a:lnTo>
                      <a:pt x="156038" y="0"/>
                    </a:lnTo>
                    <a:cubicBezTo>
                      <a:pt x="161579" y="0"/>
                      <a:pt x="166072" y="4493"/>
                      <a:pt x="166072" y="10035"/>
                    </a:cubicBezTo>
                    <a:lnTo>
                      <a:pt x="166072" y="10035"/>
                    </a:lnTo>
                    <a:cubicBezTo>
                      <a:pt x="166072" y="12696"/>
                      <a:pt x="165015" y="15248"/>
                      <a:pt x="163133" y="17130"/>
                    </a:cubicBezTo>
                    <a:cubicBezTo>
                      <a:pt x="161251" y="19012"/>
                      <a:pt x="158699" y="20069"/>
                      <a:pt x="156038" y="20069"/>
                    </a:cubicBezTo>
                    <a:lnTo>
                      <a:pt x="10035" y="20069"/>
                    </a:lnTo>
                    <a:cubicBezTo>
                      <a:pt x="7373" y="20069"/>
                      <a:pt x="4821" y="19012"/>
                      <a:pt x="2939" y="17130"/>
                    </a:cubicBezTo>
                    <a:cubicBezTo>
                      <a:pt x="1057" y="15248"/>
                      <a:pt x="0" y="12696"/>
                      <a:pt x="0" y="10035"/>
                    </a:cubicBezTo>
                    <a:lnTo>
                      <a:pt x="0" y="10035"/>
                    </a:lnTo>
                    <a:cubicBezTo>
                      <a:pt x="0" y="7373"/>
                      <a:pt x="1057" y="4821"/>
                      <a:pt x="2939" y="2939"/>
                    </a:cubicBezTo>
                    <a:cubicBezTo>
                      <a:pt x="4821" y="1057"/>
                      <a:pt x="7373" y="0"/>
                      <a:pt x="10035" y="0"/>
                    </a:cubicBezTo>
                    <a:close/>
                  </a:path>
                </a:pathLst>
              </a:custGeom>
              <a:solidFill>
                <a:srgbClr val="EAE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
              <p:cNvSpPr txBox="1"/>
              <p:nvPr/>
            </p:nvSpPr>
            <p:spPr>
              <a:xfrm>
                <a:off x="0" y="-123825"/>
                <a:ext cx="166072" cy="143894"/>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1" name="Google Shape;491;p4"/>
            <p:cNvGrpSpPr/>
            <p:nvPr/>
          </p:nvGrpSpPr>
          <p:grpSpPr>
            <a:xfrm rot="-9721201">
              <a:off x="1791779" y="5686308"/>
              <a:ext cx="824710" cy="714580"/>
              <a:chOff x="0" y="-123825"/>
              <a:chExt cx="166072" cy="143894"/>
            </a:xfrm>
          </p:grpSpPr>
          <p:sp>
            <p:nvSpPr>
              <p:cNvPr id="492" name="Google Shape;492;p4"/>
              <p:cNvSpPr/>
              <p:nvPr/>
            </p:nvSpPr>
            <p:spPr>
              <a:xfrm>
                <a:off x="0" y="0"/>
                <a:ext cx="166072" cy="20069"/>
              </a:xfrm>
              <a:custGeom>
                <a:rect b="b" l="l" r="r" t="t"/>
                <a:pathLst>
                  <a:path extrusionOk="0" h="20069" w="166072">
                    <a:moveTo>
                      <a:pt x="10035" y="0"/>
                    </a:moveTo>
                    <a:lnTo>
                      <a:pt x="156038" y="0"/>
                    </a:lnTo>
                    <a:cubicBezTo>
                      <a:pt x="161579" y="0"/>
                      <a:pt x="166072" y="4493"/>
                      <a:pt x="166072" y="10035"/>
                    </a:cubicBezTo>
                    <a:lnTo>
                      <a:pt x="166072" y="10035"/>
                    </a:lnTo>
                    <a:cubicBezTo>
                      <a:pt x="166072" y="12696"/>
                      <a:pt x="165015" y="15248"/>
                      <a:pt x="163133" y="17130"/>
                    </a:cubicBezTo>
                    <a:cubicBezTo>
                      <a:pt x="161251" y="19012"/>
                      <a:pt x="158699" y="20069"/>
                      <a:pt x="156038" y="20069"/>
                    </a:cubicBezTo>
                    <a:lnTo>
                      <a:pt x="10035" y="20069"/>
                    </a:lnTo>
                    <a:cubicBezTo>
                      <a:pt x="7373" y="20069"/>
                      <a:pt x="4821" y="19012"/>
                      <a:pt x="2939" y="17130"/>
                    </a:cubicBezTo>
                    <a:cubicBezTo>
                      <a:pt x="1057" y="15248"/>
                      <a:pt x="0" y="12696"/>
                      <a:pt x="0" y="10035"/>
                    </a:cubicBezTo>
                    <a:lnTo>
                      <a:pt x="0" y="10035"/>
                    </a:lnTo>
                    <a:cubicBezTo>
                      <a:pt x="0" y="7373"/>
                      <a:pt x="1057" y="4821"/>
                      <a:pt x="2939" y="2939"/>
                    </a:cubicBezTo>
                    <a:cubicBezTo>
                      <a:pt x="4821" y="1057"/>
                      <a:pt x="7373" y="0"/>
                      <a:pt x="10035" y="0"/>
                    </a:cubicBezTo>
                    <a:close/>
                  </a:path>
                </a:pathLst>
              </a:custGeom>
              <a:solidFill>
                <a:srgbClr val="EAE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
              <p:cNvSpPr txBox="1"/>
              <p:nvPr/>
            </p:nvSpPr>
            <p:spPr>
              <a:xfrm>
                <a:off x="0" y="-123825"/>
                <a:ext cx="166072" cy="143894"/>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4" name="Google Shape;494;p4"/>
            <p:cNvGrpSpPr/>
            <p:nvPr/>
          </p:nvGrpSpPr>
          <p:grpSpPr>
            <a:xfrm rot="-8791664">
              <a:off x="3293231" y="8059312"/>
              <a:ext cx="450227" cy="765802"/>
              <a:chOff x="0" y="-120682"/>
              <a:chExt cx="90662" cy="154210"/>
            </a:xfrm>
          </p:grpSpPr>
          <p:sp>
            <p:nvSpPr>
              <p:cNvPr id="495" name="Google Shape;495;p4"/>
              <p:cNvSpPr/>
              <p:nvPr/>
            </p:nvSpPr>
            <p:spPr>
              <a:xfrm>
                <a:off x="0" y="0"/>
                <a:ext cx="90662" cy="33528"/>
              </a:xfrm>
              <a:custGeom>
                <a:rect b="b" l="l" r="r" t="t"/>
                <a:pathLst>
                  <a:path extrusionOk="0" h="33528" w="90662">
                    <a:moveTo>
                      <a:pt x="45331" y="0"/>
                    </a:moveTo>
                    <a:cubicBezTo>
                      <a:pt x="20295" y="0"/>
                      <a:pt x="0" y="7506"/>
                      <a:pt x="0" y="16764"/>
                    </a:cubicBezTo>
                    <a:cubicBezTo>
                      <a:pt x="0" y="26023"/>
                      <a:pt x="20295" y="33528"/>
                      <a:pt x="45331" y="33528"/>
                    </a:cubicBezTo>
                    <a:cubicBezTo>
                      <a:pt x="70367" y="33528"/>
                      <a:pt x="90662" y="26023"/>
                      <a:pt x="90662" y="16764"/>
                    </a:cubicBezTo>
                    <a:cubicBezTo>
                      <a:pt x="90662" y="7506"/>
                      <a:pt x="70367" y="0"/>
                      <a:pt x="45331" y="0"/>
                    </a:cubicBezTo>
                    <a:close/>
                  </a:path>
                </a:pathLst>
              </a:custGeom>
              <a:solidFill>
                <a:srgbClr val="275C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
              <p:cNvSpPr txBox="1"/>
              <p:nvPr/>
            </p:nvSpPr>
            <p:spPr>
              <a:xfrm>
                <a:off x="8500" y="-120682"/>
                <a:ext cx="73663" cy="151067"/>
              </a:xfrm>
              <a:prstGeom prst="rect">
                <a:avLst/>
              </a:prstGeom>
              <a:noFill/>
              <a:ln>
                <a:noFill/>
              </a:ln>
            </p:spPr>
            <p:txBody>
              <a:bodyPr anchorCtr="0" anchor="ctr" bIns="38875" lIns="38875" spcFirstLastPara="1" rIns="38875" wrap="square" tIns="38875">
                <a:noAutofit/>
              </a:bodyPr>
              <a:lstStyle/>
              <a:p>
                <a:pPr indent="0" lvl="0" marL="0" marR="0" rtl="0" algn="ctr">
                  <a:lnSpc>
                    <a:spcPct val="240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7" name="Google Shape;497;p4"/>
            <p:cNvGrpSpPr/>
            <p:nvPr/>
          </p:nvGrpSpPr>
          <p:grpSpPr>
            <a:xfrm rot="1095631">
              <a:off x="1208554" y="6939348"/>
              <a:ext cx="2365175" cy="1214950"/>
              <a:chOff x="0" y="-123825"/>
              <a:chExt cx="597833" cy="307096"/>
            </a:xfrm>
          </p:grpSpPr>
          <p:sp>
            <p:nvSpPr>
              <p:cNvPr id="498" name="Google Shape;498;p4"/>
              <p:cNvSpPr/>
              <p:nvPr/>
            </p:nvSpPr>
            <p:spPr>
              <a:xfrm>
                <a:off x="0" y="0"/>
                <a:ext cx="597833" cy="183271"/>
              </a:xfrm>
              <a:custGeom>
                <a:rect b="b" l="l" r="r" t="t"/>
                <a:pathLst>
                  <a:path extrusionOk="0" h="183271" w="597833">
                    <a:moveTo>
                      <a:pt x="203200" y="183271"/>
                    </a:moveTo>
                    <a:lnTo>
                      <a:pt x="394633" y="183271"/>
                    </a:lnTo>
                    <a:lnTo>
                      <a:pt x="597833" y="0"/>
                    </a:lnTo>
                    <a:lnTo>
                      <a:pt x="0" y="0"/>
                    </a:lnTo>
                    <a:lnTo>
                      <a:pt x="203200" y="183271"/>
                    </a:lnTo>
                    <a:close/>
                  </a:path>
                </a:pathLst>
              </a:custGeom>
              <a:solidFill>
                <a:srgbClr val="0B1541"/>
              </a:solidFill>
              <a:ln>
                <a:noFill/>
              </a:ln>
            </p:spPr>
          </p:sp>
          <p:sp>
            <p:nvSpPr>
              <p:cNvPr id="499" name="Google Shape;499;p4"/>
              <p:cNvSpPr txBox="1"/>
              <p:nvPr/>
            </p:nvSpPr>
            <p:spPr>
              <a:xfrm>
                <a:off x="127000" y="-123825"/>
                <a:ext cx="343833" cy="307096"/>
              </a:xfrm>
              <a:prstGeom prst="rect">
                <a:avLst/>
              </a:prstGeom>
              <a:noFill/>
              <a:ln>
                <a:noFill/>
              </a:ln>
            </p:spPr>
            <p:txBody>
              <a:bodyPr anchorCtr="0" anchor="ctr" bIns="52200" lIns="52200" spcFirstLastPara="1" rIns="52200" wrap="square" tIns="522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0" name="Google Shape;500;p4"/>
            <p:cNvGrpSpPr/>
            <p:nvPr/>
          </p:nvGrpSpPr>
          <p:grpSpPr>
            <a:xfrm rot="1095631">
              <a:off x="2908897" y="7437779"/>
              <a:ext cx="266384" cy="3278447"/>
              <a:chOff x="0" y="-123825"/>
              <a:chExt cx="39938" cy="491530"/>
            </a:xfrm>
          </p:grpSpPr>
          <p:sp>
            <p:nvSpPr>
              <p:cNvPr id="501" name="Google Shape;501;p4"/>
              <p:cNvSpPr/>
              <p:nvPr/>
            </p:nvSpPr>
            <p:spPr>
              <a:xfrm>
                <a:off x="0" y="0"/>
                <a:ext cx="39938" cy="367705"/>
              </a:xfrm>
              <a:custGeom>
                <a:rect b="b" l="l" r="r" t="t"/>
                <a:pathLst>
                  <a:path extrusionOk="0" h="367705" w="39938">
                    <a:moveTo>
                      <a:pt x="0" y="0"/>
                    </a:moveTo>
                    <a:lnTo>
                      <a:pt x="39938" y="0"/>
                    </a:lnTo>
                    <a:lnTo>
                      <a:pt x="39938" y="367705"/>
                    </a:lnTo>
                    <a:lnTo>
                      <a:pt x="0" y="367705"/>
                    </a:lnTo>
                    <a:close/>
                  </a:path>
                </a:pathLst>
              </a:custGeom>
              <a:solidFill>
                <a:srgbClr val="0B1541"/>
              </a:solidFill>
              <a:ln>
                <a:noFill/>
              </a:ln>
            </p:spPr>
          </p:sp>
          <p:sp>
            <p:nvSpPr>
              <p:cNvPr id="502" name="Google Shape;502;p4"/>
              <p:cNvSpPr txBox="1"/>
              <p:nvPr/>
            </p:nvSpPr>
            <p:spPr>
              <a:xfrm>
                <a:off x="0" y="-123825"/>
                <a:ext cx="39938" cy="491530"/>
              </a:xfrm>
              <a:prstGeom prst="rect">
                <a:avLst/>
              </a:prstGeom>
              <a:noFill/>
              <a:ln>
                <a:noFill/>
              </a:ln>
            </p:spPr>
            <p:txBody>
              <a:bodyPr anchorCtr="0" anchor="ctr" bIns="52200" lIns="52200" spcFirstLastPara="1" rIns="52200" wrap="square" tIns="522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3" name="Google Shape;503;p4"/>
            <p:cNvGrpSpPr/>
            <p:nvPr/>
          </p:nvGrpSpPr>
          <p:grpSpPr>
            <a:xfrm rot="-9704368">
              <a:off x="195992" y="10008140"/>
              <a:ext cx="2365175" cy="1214950"/>
              <a:chOff x="0" y="-123825"/>
              <a:chExt cx="597833" cy="307096"/>
            </a:xfrm>
          </p:grpSpPr>
          <p:sp>
            <p:nvSpPr>
              <p:cNvPr id="504" name="Google Shape;504;p4"/>
              <p:cNvSpPr/>
              <p:nvPr/>
            </p:nvSpPr>
            <p:spPr>
              <a:xfrm>
                <a:off x="0" y="0"/>
                <a:ext cx="597833" cy="183271"/>
              </a:xfrm>
              <a:custGeom>
                <a:rect b="b" l="l" r="r" t="t"/>
                <a:pathLst>
                  <a:path extrusionOk="0" h="183271" w="597833">
                    <a:moveTo>
                      <a:pt x="203200" y="183271"/>
                    </a:moveTo>
                    <a:lnTo>
                      <a:pt x="394633" y="183271"/>
                    </a:lnTo>
                    <a:lnTo>
                      <a:pt x="597833" y="0"/>
                    </a:lnTo>
                    <a:lnTo>
                      <a:pt x="0" y="0"/>
                    </a:lnTo>
                    <a:lnTo>
                      <a:pt x="203200" y="183271"/>
                    </a:lnTo>
                    <a:close/>
                  </a:path>
                </a:pathLst>
              </a:custGeom>
              <a:solidFill>
                <a:srgbClr val="0B1541"/>
              </a:solidFill>
              <a:ln>
                <a:noFill/>
              </a:ln>
            </p:spPr>
          </p:sp>
          <p:sp>
            <p:nvSpPr>
              <p:cNvPr id="505" name="Google Shape;505;p4"/>
              <p:cNvSpPr txBox="1"/>
              <p:nvPr/>
            </p:nvSpPr>
            <p:spPr>
              <a:xfrm>
                <a:off x="127000" y="-123825"/>
                <a:ext cx="343833" cy="307096"/>
              </a:xfrm>
              <a:prstGeom prst="rect">
                <a:avLst/>
              </a:prstGeom>
              <a:noFill/>
              <a:ln>
                <a:noFill/>
              </a:ln>
            </p:spPr>
            <p:txBody>
              <a:bodyPr anchorCtr="0" anchor="ctr" bIns="52200" lIns="52200" spcFirstLastPara="1" rIns="52200" wrap="square" tIns="522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06" name="Google Shape;506;p4"/>
            <p:cNvSpPr/>
            <p:nvPr/>
          </p:nvSpPr>
          <p:spPr>
            <a:xfrm rot="10800000">
              <a:off x="3369655" y="0"/>
              <a:ext cx="4252364" cy="3907822"/>
            </a:xfrm>
            <a:custGeom>
              <a:rect b="b" l="l" r="r" t="t"/>
              <a:pathLst>
                <a:path extrusionOk="0" h="3907822" w="4252364">
                  <a:moveTo>
                    <a:pt x="0" y="0"/>
                  </a:moveTo>
                  <a:lnTo>
                    <a:pt x="4252364" y="0"/>
                  </a:lnTo>
                  <a:lnTo>
                    <a:pt x="4252364" y="3907822"/>
                  </a:lnTo>
                  <a:lnTo>
                    <a:pt x="0" y="3907822"/>
                  </a:lnTo>
                  <a:lnTo>
                    <a:pt x="0" y="0"/>
                  </a:lnTo>
                  <a:close/>
                </a:path>
              </a:pathLst>
            </a:custGeom>
            <a:blipFill rotWithShape="1">
              <a:blip r:embed="rId4">
                <a:alphaModFix/>
              </a:blip>
              <a:stretch>
                <a:fillRect b="-2014" l="0" r="0" t="-20078"/>
              </a:stretch>
            </a:blipFill>
            <a:ln>
              <a:noFill/>
            </a:ln>
          </p:spPr>
        </p:sp>
        <p:grpSp>
          <p:nvGrpSpPr>
            <p:cNvPr id="507" name="Google Shape;507;p4"/>
            <p:cNvGrpSpPr/>
            <p:nvPr/>
          </p:nvGrpSpPr>
          <p:grpSpPr>
            <a:xfrm rot="10800000">
              <a:off x="4168370" y="3343189"/>
              <a:ext cx="2703356" cy="5996708"/>
              <a:chOff x="0" y="-123825"/>
              <a:chExt cx="544375" cy="1207558"/>
            </a:xfrm>
          </p:grpSpPr>
          <p:sp>
            <p:nvSpPr>
              <p:cNvPr id="508" name="Google Shape;508;p4"/>
              <p:cNvSpPr/>
              <p:nvPr/>
            </p:nvSpPr>
            <p:spPr>
              <a:xfrm>
                <a:off x="0" y="0"/>
                <a:ext cx="544375" cy="1083733"/>
              </a:xfrm>
              <a:custGeom>
                <a:rect b="b" l="l" r="r" t="t"/>
                <a:pathLst>
                  <a:path extrusionOk="0" h="1083733" w="544375">
                    <a:moveTo>
                      <a:pt x="195773" y="0"/>
                    </a:moveTo>
                    <a:lnTo>
                      <a:pt x="348603" y="0"/>
                    </a:lnTo>
                    <a:cubicBezTo>
                      <a:pt x="400525" y="0"/>
                      <a:pt x="450320" y="20626"/>
                      <a:pt x="487035" y="57341"/>
                    </a:cubicBezTo>
                    <a:cubicBezTo>
                      <a:pt x="523749" y="94055"/>
                      <a:pt x="544375" y="143851"/>
                      <a:pt x="544375" y="195773"/>
                    </a:cubicBezTo>
                    <a:lnTo>
                      <a:pt x="544375" y="887961"/>
                    </a:lnTo>
                    <a:cubicBezTo>
                      <a:pt x="544375" y="939883"/>
                      <a:pt x="523749" y="989678"/>
                      <a:pt x="487035" y="1026393"/>
                    </a:cubicBezTo>
                    <a:cubicBezTo>
                      <a:pt x="450320" y="1063107"/>
                      <a:pt x="400525" y="1083733"/>
                      <a:pt x="348603" y="1083733"/>
                    </a:cubicBezTo>
                    <a:lnTo>
                      <a:pt x="195773" y="1083733"/>
                    </a:lnTo>
                    <a:cubicBezTo>
                      <a:pt x="143851" y="1083733"/>
                      <a:pt x="94055" y="1063107"/>
                      <a:pt x="57341" y="1026393"/>
                    </a:cubicBezTo>
                    <a:cubicBezTo>
                      <a:pt x="20626" y="989678"/>
                      <a:pt x="0" y="939883"/>
                      <a:pt x="0" y="887961"/>
                    </a:cubicBezTo>
                    <a:lnTo>
                      <a:pt x="0" y="195773"/>
                    </a:lnTo>
                    <a:cubicBezTo>
                      <a:pt x="0" y="143851"/>
                      <a:pt x="20626" y="94055"/>
                      <a:pt x="57341" y="57341"/>
                    </a:cubicBezTo>
                    <a:cubicBezTo>
                      <a:pt x="94055" y="20626"/>
                      <a:pt x="143851" y="0"/>
                      <a:pt x="195773" y="0"/>
                    </a:cubicBezTo>
                    <a:close/>
                  </a:path>
                </a:pathLst>
              </a:custGeom>
              <a:solidFill>
                <a:srgbClr val="F882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
              <p:cNvSpPr txBox="1"/>
              <p:nvPr/>
            </p:nvSpPr>
            <p:spPr>
              <a:xfrm>
                <a:off x="0" y="-123825"/>
                <a:ext cx="544375" cy="1207558"/>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10" name="Google Shape;510;p4"/>
            <p:cNvGrpSpPr/>
            <p:nvPr/>
          </p:nvGrpSpPr>
          <p:grpSpPr>
            <a:xfrm rot="10800000">
              <a:off x="4629311" y="5884593"/>
              <a:ext cx="1781474" cy="2359013"/>
              <a:chOff x="0" y="-123825"/>
              <a:chExt cx="358736" cy="475035"/>
            </a:xfrm>
          </p:grpSpPr>
          <p:sp>
            <p:nvSpPr>
              <p:cNvPr id="511" name="Google Shape;511;p4"/>
              <p:cNvSpPr/>
              <p:nvPr/>
            </p:nvSpPr>
            <p:spPr>
              <a:xfrm>
                <a:off x="0" y="0"/>
                <a:ext cx="358736" cy="351210"/>
              </a:xfrm>
              <a:custGeom>
                <a:rect b="b" l="l" r="r" t="t"/>
                <a:pathLst>
                  <a:path extrusionOk="0" h="351210" w="358736">
                    <a:moveTo>
                      <a:pt x="148541" y="0"/>
                    </a:moveTo>
                    <a:lnTo>
                      <a:pt x="210195" y="0"/>
                    </a:lnTo>
                    <a:cubicBezTo>
                      <a:pt x="249590" y="0"/>
                      <a:pt x="287372" y="15650"/>
                      <a:pt x="315229" y="43507"/>
                    </a:cubicBezTo>
                    <a:cubicBezTo>
                      <a:pt x="343086" y="71363"/>
                      <a:pt x="358736" y="109145"/>
                      <a:pt x="358736" y="148541"/>
                    </a:cubicBezTo>
                    <a:lnTo>
                      <a:pt x="358736" y="202669"/>
                    </a:lnTo>
                    <a:cubicBezTo>
                      <a:pt x="358736" y="242064"/>
                      <a:pt x="343086" y="279846"/>
                      <a:pt x="315229" y="307703"/>
                    </a:cubicBezTo>
                    <a:cubicBezTo>
                      <a:pt x="287372" y="335560"/>
                      <a:pt x="249590" y="351210"/>
                      <a:pt x="210195" y="351210"/>
                    </a:cubicBezTo>
                    <a:lnTo>
                      <a:pt x="148541" y="351210"/>
                    </a:lnTo>
                    <a:cubicBezTo>
                      <a:pt x="109145" y="351210"/>
                      <a:pt x="71363" y="335560"/>
                      <a:pt x="43507" y="307703"/>
                    </a:cubicBezTo>
                    <a:cubicBezTo>
                      <a:pt x="15650" y="279846"/>
                      <a:pt x="0" y="242064"/>
                      <a:pt x="0" y="202669"/>
                    </a:cubicBezTo>
                    <a:lnTo>
                      <a:pt x="0" y="148541"/>
                    </a:lnTo>
                    <a:cubicBezTo>
                      <a:pt x="0" y="109145"/>
                      <a:pt x="15650" y="71363"/>
                      <a:pt x="43507" y="43507"/>
                    </a:cubicBezTo>
                    <a:cubicBezTo>
                      <a:pt x="71363" y="15650"/>
                      <a:pt x="109145" y="0"/>
                      <a:pt x="148541" y="0"/>
                    </a:cubicBezTo>
                    <a:close/>
                  </a:path>
                </a:pathLst>
              </a:custGeom>
              <a:solidFill>
                <a:srgbClr val="F99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4"/>
              <p:cNvSpPr txBox="1"/>
              <p:nvPr/>
            </p:nvSpPr>
            <p:spPr>
              <a:xfrm>
                <a:off x="0" y="-123825"/>
                <a:ext cx="358736" cy="475035"/>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13" name="Google Shape;513;p4"/>
            <p:cNvGrpSpPr/>
            <p:nvPr/>
          </p:nvGrpSpPr>
          <p:grpSpPr>
            <a:xfrm rot="10800000">
              <a:off x="4280491" y="3567430"/>
              <a:ext cx="2479114" cy="1910530"/>
              <a:chOff x="0" y="-123825"/>
              <a:chExt cx="499220" cy="384724"/>
            </a:xfrm>
          </p:grpSpPr>
          <p:sp>
            <p:nvSpPr>
              <p:cNvPr id="514" name="Google Shape;514;p4"/>
              <p:cNvSpPr/>
              <p:nvPr/>
            </p:nvSpPr>
            <p:spPr>
              <a:xfrm>
                <a:off x="0" y="0"/>
                <a:ext cx="499220" cy="260899"/>
              </a:xfrm>
              <a:custGeom>
                <a:rect b="b" l="l" r="r" t="t"/>
                <a:pathLst>
                  <a:path extrusionOk="0" h="260899" w="499220">
                    <a:moveTo>
                      <a:pt x="130449" y="0"/>
                    </a:moveTo>
                    <a:lnTo>
                      <a:pt x="368770" y="0"/>
                    </a:lnTo>
                    <a:cubicBezTo>
                      <a:pt x="440816" y="0"/>
                      <a:pt x="499220" y="58404"/>
                      <a:pt x="499220" y="130449"/>
                    </a:cubicBezTo>
                    <a:lnTo>
                      <a:pt x="499220" y="130449"/>
                    </a:lnTo>
                    <a:cubicBezTo>
                      <a:pt x="499220" y="165047"/>
                      <a:pt x="485476" y="198227"/>
                      <a:pt x="461012" y="222691"/>
                    </a:cubicBezTo>
                    <a:cubicBezTo>
                      <a:pt x="436548" y="247155"/>
                      <a:pt x="403368" y="260899"/>
                      <a:pt x="368770" y="260899"/>
                    </a:cubicBezTo>
                    <a:lnTo>
                      <a:pt x="130449" y="260899"/>
                    </a:lnTo>
                    <a:cubicBezTo>
                      <a:pt x="58404" y="260899"/>
                      <a:pt x="0" y="202495"/>
                      <a:pt x="0" y="130449"/>
                    </a:cubicBezTo>
                    <a:lnTo>
                      <a:pt x="0" y="130449"/>
                    </a:lnTo>
                    <a:cubicBezTo>
                      <a:pt x="0" y="58404"/>
                      <a:pt x="58404" y="0"/>
                      <a:pt x="130449" y="0"/>
                    </a:cubicBezTo>
                    <a:close/>
                  </a:path>
                </a:pathLst>
              </a:custGeom>
              <a:solidFill>
                <a:srgbClr val="F99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
              <p:cNvSpPr txBox="1"/>
              <p:nvPr/>
            </p:nvSpPr>
            <p:spPr>
              <a:xfrm>
                <a:off x="0" y="-123825"/>
                <a:ext cx="499220" cy="384724"/>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16" name="Google Shape;516;p4"/>
            <p:cNvGrpSpPr/>
            <p:nvPr/>
          </p:nvGrpSpPr>
          <p:grpSpPr>
            <a:xfrm rot="10800000">
              <a:off x="5748027" y="3419182"/>
              <a:ext cx="824710" cy="714580"/>
              <a:chOff x="0" y="-123825"/>
              <a:chExt cx="166072" cy="143894"/>
            </a:xfrm>
          </p:grpSpPr>
          <p:sp>
            <p:nvSpPr>
              <p:cNvPr id="517" name="Google Shape;517;p4"/>
              <p:cNvSpPr/>
              <p:nvPr/>
            </p:nvSpPr>
            <p:spPr>
              <a:xfrm>
                <a:off x="0" y="0"/>
                <a:ext cx="166072" cy="20069"/>
              </a:xfrm>
              <a:custGeom>
                <a:rect b="b" l="l" r="r" t="t"/>
                <a:pathLst>
                  <a:path extrusionOk="0" h="20069" w="166072">
                    <a:moveTo>
                      <a:pt x="10035" y="0"/>
                    </a:moveTo>
                    <a:lnTo>
                      <a:pt x="156038" y="0"/>
                    </a:lnTo>
                    <a:cubicBezTo>
                      <a:pt x="161579" y="0"/>
                      <a:pt x="166072" y="4493"/>
                      <a:pt x="166072" y="10035"/>
                    </a:cubicBezTo>
                    <a:lnTo>
                      <a:pt x="166072" y="10035"/>
                    </a:lnTo>
                    <a:cubicBezTo>
                      <a:pt x="166072" y="12696"/>
                      <a:pt x="165015" y="15248"/>
                      <a:pt x="163133" y="17130"/>
                    </a:cubicBezTo>
                    <a:cubicBezTo>
                      <a:pt x="161251" y="19012"/>
                      <a:pt x="158699" y="20069"/>
                      <a:pt x="156038" y="20069"/>
                    </a:cubicBezTo>
                    <a:lnTo>
                      <a:pt x="10035" y="20069"/>
                    </a:lnTo>
                    <a:cubicBezTo>
                      <a:pt x="7373" y="20069"/>
                      <a:pt x="4821" y="19012"/>
                      <a:pt x="2939" y="17130"/>
                    </a:cubicBezTo>
                    <a:cubicBezTo>
                      <a:pt x="1057" y="15248"/>
                      <a:pt x="0" y="12696"/>
                      <a:pt x="0" y="10035"/>
                    </a:cubicBezTo>
                    <a:lnTo>
                      <a:pt x="0" y="10035"/>
                    </a:lnTo>
                    <a:cubicBezTo>
                      <a:pt x="0" y="7373"/>
                      <a:pt x="1057" y="4821"/>
                      <a:pt x="2939" y="2939"/>
                    </a:cubicBezTo>
                    <a:cubicBezTo>
                      <a:pt x="4821" y="1057"/>
                      <a:pt x="7373" y="0"/>
                      <a:pt x="10035" y="0"/>
                    </a:cubicBezTo>
                    <a:close/>
                  </a:path>
                </a:pathLst>
              </a:custGeom>
              <a:solidFill>
                <a:srgbClr val="EAE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
              <p:cNvSpPr txBox="1"/>
              <p:nvPr/>
            </p:nvSpPr>
            <p:spPr>
              <a:xfrm>
                <a:off x="0" y="-123825"/>
                <a:ext cx="166072" cy="143894"/>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19" name="Google Shape;519;p4"/>
            <p:cNvGrpSpPr/>
            <p:nvPr/>
          </p:nvGrpSpPr>
          <p:grpSpPr>
            <a:xfrm rot="10800000">
              <a:off x="4467359" y="3419182"/>
              <a:ext cx="824710" cy="714580"/>
              <a:chOff x="0" y="-123825"/>
              <a:chExt cx="166072" cy="143894"/>
            </a:xfrm>
          </p:grpSpPr>
          <p:sp>
            <p:nvSpPr>
              <p:cNvPr id="520" name="Google Shape;520;p4"/>
              <p:cNvSpPr/>
              <p:nvPr/>
            </p:nvSpPr>
            <p:spPr>
              <a:xfrm>
                <a:off x="0" y="0"/>
                <a:ext cx="166072" cy="20069"/>
              </a:xfrm>
              <a:custGeom>
                <a:rect b="b" l="l" r="r" t="t"/>
                <a:pathLst>
                  <a:path extrusionOk="0" h="20069" w="166072">
                    <a:moveTo>
                      <a:pt x="10035" y="0"/>
                    </a:moveTo>
                    <a:lnTo>
                      <a:pt x="156038" y="0"/>
                    </a:lnTo>
                    <a:cubicBezTo>
                      <a:pt x="161579" y="0"/>
                      <a:pt x="166072" y="4493"/>
                      <a:pt x="166072" y="10035"/>
                    </a:cubicBezTo>
                    <a:lnTo>
                      <a:pt x="166072" y="10035"/>
                    </a:lnTo>
                    <a:cubicBezTo>
                      <a:pt x="166072" y="12696"/>
                      <a:pt x="165015" y="15248"/>
                      <a:pt x="163133" y="17130"/>
                    </a:cubicBezTo>
                    <a:cubicBezTo>
                      <a:pt x="161251" y="19012"/>
                      <a:pt x="158699" y="20069"/>
                      <a:pt x="156038" y="20069"/>
                    </a:cubicBezTo>
                    <a:lnTo>
                      <a:pt x="10035" y="20069"/>
                    </a:lnTo>
                    <a:cubicBezTo>
                      <a:pt x="7373" y="20069"/>
                      <a:pt x="4821" y="19012"/>
                      <a:pt x="2939" y="17130"/>
                    </a:cubicBezTo>
                    <a:cubicBezTo>
                      <a:pt x="1057" y="15248"/>
                      <a:pt x="0" y="12696"/>
                      <a:pt x="0" y="10035"/>
                    </a:cubicBezTo>
                    <a:lnTo>
                      <a:pt x="0" y="10035"/>
                    </a:lnTo>
                    <a:cubicBezTo>
                      <a:pt x="0" y="7373"/>
                      <a:pt x="1057" y="4821"/>
                      <a:pt x="2939" y="2939"/>
                    </a:cubicBezTo>
                    <a:cubicBezTo>
                      <a:pt x="4821" y="1057"/>
                      <a:pt x="7373" y="0"/>
                      <a:pt x="10035" y="0"/>
                    </a:cubicBezTo>
                    <a:close/>
                  </a:path>
                </a:pathLst>
              </a:custGeom>
              <a:solidFill>
                <a:srgbClr val="EAE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
              <p:cNvSpPr txBox="1"/>
              <p:nvPr/>
            </p:nvSpPr>
            <p:spPr>
              <a:xfrm>
                <a:off x="0" y="-123825"/>
                <a:ext cx="166072" cy="143894"/>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22" name="Google Shape;522;p4"/>
            <p:cNvGrpSpPr/>
            <p:nvPr/>
          </p:nvGrpSpPr>
          <p:grpSpPr>
            <a:xfrm rot="-9870462">
              <a:off x="6645046" y="5269372"/>
              <a:ext cx="450227" cy="765802"/>
              <a:chOff x="0" y="-120682"/>
              <a:chExt cx="90662" cy="154210"/>
            </a:xfrm>
          </p:grpSpPr>
          <p:sp>
            <p:nvSpPr>
              <p:cNvPr id="523" name="Google Shape;523;p4"/>
              <p:cNvSpPr/>
              <p:nvPr/>
            </p:nvSpPr>
            <p:spPr>
              <a:xfrm>
                <a:off x="0" y="0"/>
                <a:ext cx="90662" cy="33528"/>
              </a:xfrm>
              <a:custGeom>
                <a:rect b="b" l="l" r="r" t="t"/>
                <a:pathLst>
                  <a:path extrusionOk="0" h="33528" w="90662">
                    <a:moveTo>
                      <a:pt x="45331" y="0"/>
                    </a:moveTo>
                    <a:cubicBezTo>
                      <a:pt x="20295" y="0"/>
                      <a:pt x="0" y="7506"/>
                      <a:pt x="0" y="16764"/>
                    </a:cubicBezTo>
                    <a:cubicBezTo>
                      <a:pt x="0" y="26023"/>
                      <a:pt x="20295" y="33528"/>
                      <a:pt x="45331" y="33528"/>
                    </a:cubicBezTo>
                    <a:cubicBezTo>
                      <a:pt x="70367" y="33528"/>
                      <a:pt x="90662" y="26023"/>
                      <a:pt x="90662" y="16764"/>
                    </a:cubicBezTo>
                    <a:cubicBezTo>
                      <a:pt x="90662" y="7506"/>
                      <a:pt x="70367" y="0"/>
                      <a:pt x="45331" y="0"/>
                    </a:cubicBezTo>
                    <a:close/>
                  </a:path>
                </a:pathLst>
              </a:custGeom>
              <a:solidFill>
                <a:srgbClr val="CC5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
              <p:cNvSpPr txBox="1"/>
              <p:nvPr/>
            </p:nvSpPr>
            <p:spPr>
              <a:xfrm>
                <a:off x="8500" y="-120682"/>
                <a:ext cx="73663" cy="151067"/>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25" name="Google Shape;525;p4"/>
            <p:cNvGrpSpPr/>
            <p:nvPr/>
          </p:nvGrpSpPr>
          <p:grpSpPr>
            <a:xfrm rot="9883450">
              <a:off x="3895232" y="5268936"/>
              <a:ext cx="450227" cy="765802"/>
              <a:chOff x="0" y="-120682"/>
              <a:chExt cx="90662" cy="154210"/>
            </a:xfrm>
          </p:grpSpPr>
          <p:sp>
            <p:nvSpPr>
              <p:cNvPr id="526" name="Google Shape;526;p4"/>
              <p:cNvSpPr/>
              <p:nvPr/>
            </p:nvSpPr>
            <p:spPr>
              <a:xfrm>
                <a:off x="0" y="0"/>
                <a:ext cx="90662" cy="33528"/>
              </a:xfrm>
              <a:custGeom>
                <a:rect b="b" l="l" r="r" t="t"/>
                <a:pathLst>
                  <a:path extrusionOk="0" h="33528" w="90662">
                    <a:moveTo>
                      <a:pt x="45331" y="0"/>
                    </a:moveTo>
                    <a:cubicBezTo>
                      <a:pt x="20295" y="0"/>
                      <a:pt x="0" y="7506"/>
                      <a:pt x="0" y="16764"/>
                    </a:cubicBezTo>
                    <a:cubicBezTo>
                      <a:pt x="0" y="26023"/>
                      <a:pt x="20295" y="33528"/>
                      <a:pt x="45331" y="33528"/>
                    </a:cubicBezTo>
                    <a:cubicBezTo>
                      <a:pt x="70367" y="33528"/>
                      <a:pt x="90662" y="26023"/>
                      <a:pt x="90662" y="16764"/>
                    </a:cubicBezTo>
                    <a:cubicBezTo>
                      <a:pt x="90662" y="7506"/>
                      <a:pt x="70367" y="0"/>
                      <a:pt x="45331" y="0"/>
                    </a:cubicBezTo>
                    <a:close/>
                  </a:path>
                </a:pathLst>
              </a:custGeom>
              <a:solidFill>
                <a:srgbClr val="CC5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
              <p:cNvSpPr txBox="1"/>
              <p:nvPr/>
            </p:nvSpPr>
            <p:spPr>
              <a:xfrm>
                <a:off x="8500" y="-120682"/>
                <a:ext cx="73663" cy="151067"/>
              </a:xfrm>
              <a:prstGeom prst="rect">
                <a:avLst/>
              </a:prstGeom>
              <a:noFill/>
              <a:ln>
                <a:noFill/>
              </a:ln>
            </p:spPr>
            <p:txBody>
              <a:bodyPr anchorCtr="0" anchor="ctr" bIns="38875" lIns="38875" spcFirstLastPara="1" rIns="38875" wrap="square" tIns="38875">
                <a:noAutofit/>
              </a:bodyPr>
              <a:lstStyle/>
              <a:p>
                <a:pPr indent="0" lvl="0" marL="0" marR="0" rtl="0" algn="ctr">
                  <a:lnSpc>
                    <a:spcPct val="24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28" name="Google Shape;528;p4"/>
            <p:cNvGrpSpPr/>
            <p:nvPr/>
          </p:nvGrpSpPr>
          <p:grpSpPr>
            <a:xfrm>
              <a:off x="4344825" y="4529850"/>
              <a:ext cx="2365175" cy="1214950"/>
              <a:chOff x="0" y="-123825"/>
              <a:chExt cx="597833" cy="307096"/>
            </a:xfrm>
          </p:grpSpPr>
          <p:sp>
            <p:nvSpPr>
              <p:cNvPr id="529" name="Google Shape;529;p4"/>
              <p:cNvSpPr/>
              <p:nvPr/>
            </p:nvSpPr>
            <p:spPr>
              <a:xfrm>
                <a:off x="0" y="0"/>
                <a:ext cx="597833" cy="183271"/>
              </a:xfrm>
              <a:custGeom>
                <a:rect b="b" l="l" r="r" t="t"/>
                <a:pathLst>
                  <a:path extrusionOk="0" h="183271" w="597833">
                    <a:moveTo>
                      <a:pt x="203200" y="183271"/>
                    </a:moveTo>
                    <a:lnTo>
                      <a:pt x="394633" y="183271"/>
                    </a:lnTo>
                    <a:lnTo>
                      <a:pt x="597833" y="0"/>
                    </a:lnTo>
                    <a:lnTo>
                      <a:pt x="0" y="0"/>
                    </a:lnTo>
                    <a:lnTo>
                      <a:pt x="203200" y="183271"/>
                    </a:lnTo>
                    <a:close/>
                  </a:path>
                </a:pathLst>
              </a:custGeom>
              <a:solidFill>
                <a:srgbClr val="893F00"/>
              </a:solidFill>
              <a:ln>
                <a:noFill/>
              </a:ln>
            </p:spPr>
          </p:sp>
          <p:sp>
            <p:nvSpPr>
              <p:cNvPr id="530" name="Google Shape;530;p4"/>
              <p:cNvSpPr txBox="1"/>
              <p:nvPr/>
            </p:nvSpPr>
            <p:spPr>
              <a:xfrm>
                <a:off x="127000" y="-123825"/>
                <a:ext cx="343833" cy="307096"/>
              </a:xfrm>
              <a:prstGeom prst="rect">
                <a:avLst/>
              </a:prstGeom>
              <a:noFill/>
              <a:ln>
                <a:noFill/>
              </a:ln>
            </p:spPr>
            <p:txBody>
              <a:bodyPr anchorCtr="0" anchor="ctr" bIns="52200" lIns="52200" spcFirstLastPara="1" rIns="52200" wrap="square" tIns="522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31" name="Google Shape;531;p4"/>
            <p:cNvGrpSpPr/>
            <p:nvPr/>
          </p:nvGrpSpPr>
          <p:grpSpPr>
            <a:xfrm>
              <a:off x="4309639" y="4747257"/>
              <a:ext cx="266384" cy="3278447"/>
              <a:chOff x="0" y="-123825"/>
              <a:chExt cx="39938" cy="491530"/>
            </a:xfrm>
          </p:grpSpPr>
          <p:sp>
            <p:nvSpPr>
              <p:cNvPr id="532" name="Google Shape;532;p4"/>
              <p:cNvSpPr/>
              <p:nvPr/>
            </p:nvSpPr>
            <p:spPr>
              <a:xfrm>
                <a:off x="0" y="0"/>
                <a:ext cx="39938" cy="367705"/>
              </a:xfrm>
              <a:custGeom>
                <a:rect b="b" l="l" r="r" t="t"/>
                <a:pathLst>
                  <a:path extrusionOk="0" h="367705" w="39938">
                    <a:moveTo>
                      <a:pt x="0" y="0"/>
                    </a:moveTo>
                    <a:lnTo>
                      <a:pt x="39938" y="0"/>
                    </a:lnTo>
                    <a:lnTo>
                      <a:pt x="39938" y="367705"/>
                    </a:lnTo>
                    <a:lnTo>
                      <a:pt x="0" y="367705"/>
                    </a:lnTo>
                    <a:close/>
                  </a:path>
                </a:pathLst>
              </a:custGeom>
              <a:solidFill>
                <a:srgbClr val="893F00"/>
              </a:solidFill>
              <a:ln>
                <a:noFill/>
              </a:ln>
            </p:spPr>
          </p:sp>
          <p:sp>
            <p:nvSpPr>
              <p:cNvPr id="533" name="Google Shape;533;p4"/>
              <p:cNvSpPr txBox="1"/>
              <p:nvPr/>
            </p:nvSpPr>
            <p:spPr>
              <a:xfrm>
                <a:off x="0" y="-123825"/>
                <a:ext cx="39938" cy="491530"/>
              </a:xfrm>
              <a:prstGeom prst="rect">
                <a:avLst/>
              </a:prstGeom>
              <a:noFill/>
              <a:ln>
                <a:noFill/>
              </a:ln>
            </p:spPr>
            <p:txBody>
              <a:bodyPr anchorCtr="0" anchor="ctr" bIns="52200" lIns="52200" spcFirstLastPara="1" rIns="52200" wrap="square" tIns="522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34" name="Google Shape;534;p4"/>
            <p:cNvGrpSpPr/>
            <p:nvPr/>
          </p:nvGrpSpPr>
          <p:grpSpPr>
            <a:xfrm>
              <a:off x="6491852" y="4747257"/>
              <a:ext cx="266384" cy="3278447"/>
              <a:chOff x="0" y="-123825"/>
              <a:chExt cx="39938" cy="491530"/>
            </a:xfrm>
          </p:grpSpPr>
          <p:sp>
            <p:nvSpPr>
              <p:cNvPr id="535" name="Google Shape;535;p4"/>
              <p:cNvSpPr/>
              <p:nvPr/>
            </p:nvSpPr>
            <p:spPr>
              <a:xfrm>
                <a:off x="0" y="0"/>
                <a:ext cx="39938" cy="367705"/>
              </a:xfrm>
              <a:custGeom>
                <a:rect b="b" l="l" r="r" t="t"/>
                <a:pathLst>
                  <a:path extrusionOk="0" h="367705" w="39938">
                    <a:moveTo>
                      <a:pt x="0" y="0"/>
                    </a:moveTo>
                    <a:lnTo>
                      <a:pt x="39938" y="0"/>
                    </a:lnTo>
                    <a:lnTo>
                      <a:pt x="39938" y="367705"/>
                    </a:lnTo>
                    <a:lnTo>
                      <a:pt x="0" y="367705"/>
                    </a:lnTo>
                    <a:close/>
                  </a:path>
                </a:pathLst>
              </a:custGeom>
              <a:solidFill>
                <a:srgbClr val="893F00"/>
              </a:solidFill>
              <a:ln>
                <a:noFill/>
              </a:ln>
            </p:spPr>
          </p:sp>
          <p:sp>
            <p:nvSpPr>
              <p:cNvPr id="536" name="Google Shape;536;p4"/>
              <p:cNvSpPr txBox="1"/>
              <p:nvPr/>
            </p:nvSpPr>
            <p:spPr>
              <a:xfrm>
                <a:off x="0" y="-123825"/>
                <a:ext cx="39938" cy="491530"/>
              </a:xfrm>
              <a:prstGeom prst="rect">
                <a:avLst/>
              </a:prstGeom>
              <a:noFill/>
              <a:ln>
                <a:noFill/>
              </a:ln>
            </p:spPr>
            <p:txBody>
              <a:bodyPr anchorCtr="0" anchor="ctr" bIns="52200" lIns="52200" spcFirstLastPara="1" rIns="52200" wrap="square" tIns="522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37" name="Google Shape;537;p4"/>
            <p:cNvGrpSpPr/>
            <p:nvPr/>
          </p:nvGrpSpPr>
          <p:grpSpPr>
            <a:xfrm rot="10800000">
              <a:off x="4344825" y="7761376"/>
              <a:ext cx="2365175" cy="1214950"/>
              <a:chOff x="0" y="-123825"/>
              <a:chExt cx="597833" cy="307096"/>
            </a:xfrm>
          </p:grpSpPr>
          <p:sp>
            <p:nvSpPr>
              <p:cNvPr id="538" name="Google Shape;538;p4"/>
              <p:cNvSpPr/>
              <p:nvPr/>
            </p:nvSpPr>
            <p:spPr>
              <a:xfrm>
                <a:off x="0" y="0"/>
                <a:ext cx="597833" cy="183271"/>
              </a:xfrm>
              <a:custGeom>
                <a:rect b="b" l="l" r="r" t="t"/>
                <a:pathLst>
                  <a:path extrusionOk="0" h="183271" w="597833">
                    <a:moveTo>
                      <a:pt x="203200" y="183271"/>
                    </a:moveTo>
                    <a:lnTo>
                      <a:pt x="394633" y="183271"/>
                    </a:lnTo>
                    <a:lnTo>
                      <a:pt x="597833" y="0"/>
                    </a:lnTo>
                    <a:lnTo>
                      <a:pt x="0" y="0"/>
                    </a:lnTo>
                    <a:lnTo>
                      <a:pt x="203200" y="183271"/>
                    </a:lnTo>
                    <a:close/>
                  </a:path>
                </a:pathLst>
              </a:custGeom>
              <a:solidFill>
                <a:srgbClr val="893F00"/>
              </a:solidFill>
              <a:ln>
                <a:noFill/>
              </a:ln>
            </p:spPr>
          </p:sp>
          <p:sp>
            <p:nvSpPr>
              <p:cNvPr id="539" name="Google Shape;539;p4"/>
              <p:cNvSpPr txBox="1"/>
              <p:nvPr/>
            </p:nvSpPr>
            <p:spPr>
              <a:xfrm>
                <a:off x="127000" y="-123825"/>
                <a:ext cx="343833" cy="307096"/>
              </a:xfrm>
              <a:prstGeom prst="rect">
                <a:avLst/>
              </a:prstGeom>
              <a:noFill/>
              <a:ln>
                <a:noFill/>
              </a:ln>
            </p:spPr>
            <p:txBody>
              <a:bodyPr anchorCtr="0" anchor="ctr" bIns="52200" lIns="52200" spcFirstLastPara="1" rIns="52200" wrap="square" tIns="522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540" name="Google Shape;540;p4"/>
          <p:cNvGrpSpPr/>
          <p:nvPr/>
        </p:nvGrpSpPr>
        <p:grpSpPr>
          <a:xfrm>
            <a:off x="1176788" y="2538027"/>
            <a:ext cx="7130193" cy="5792334"/>
            <a:chOff x="0" y="104775"/>
            <a:chExt cx="9506924" cy="7723113"/>
          </a:xfrm>
        </p:grpSpPr>
        <p:sp>
          <p:nvSpPr>
            <p:cNvPr id="541" name="Google Shape;541;p4"/>
            <p:cNvSpPr txBox="1"/>
            <p:nvPr/>
          </p:nvSpPr>
          <p:spPr>
            <a:xfrm>
              <a:off x="0" y="104775"/>
              <a:ext cx="9506924" cy="21026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5930" u="none" cap="none" strike="noStrike">
                  <a:solidFill>
                    <a:srgbClr val="F88219"/>
                  </a:solidFill>
                  <a:latin typeface="Montserrat"/>
                  <a:ea typeface="Montserrat"/>
                  <a:cs typeface="Montserrat"/>
                  <a:sym typeface="Montserrat"/>
                </a:rPr>
                <a:t>2. PHÂN TÍCH DỮ LIỆU</a:t>
              </a:r>
              <a:endParaRPr/>
            </a:p>
          </p:txBody>
        </p:sp>
        <p:sp>
          <p:nvSpPr>
            <p:cNvPr id="542" name="Google Shape;542;p4"/>
            <p:cNvSpPr txBox="1"/>
            <p:nvPr/>
          </p:nvSpPr>
          <p:spPr>
            <a:xfrm>
              <a:off x="0" y="2778544"/>
              <a:ext cx="9506924" cy="5049344"/>
            </a:xfrm>
            <a:prstGeom prst="rect">
              <a:avLst/>
            </a:prstGeom>
            <a:noFill/>
            <a:ln>
              <a:noFill/>
            </a:ln>
          </p:spPr>
          <p:txBody>
            <a:bodyPr anchorCtr="0" anchor="t" bIns="0" lIns="0" spcFirstLastPara="1" rIns="0" wrap="square" tIns="0">
              <a:spAutoFit/>
            </a:bodyPr>
            <a:lstStyle/>
            <a:p>
              <a:pPr indent="-391203" lvl="1" marL="782407" marR="0" rtl="0" algn="l">
                <a:lnSpc>
                  <a:spcPct val="140022"/>
                </a:lnSpc>
                <a:spcBef>
                  <a:spcPts val="0"/>
                </a:spcBef>
                <a:spcAft>
                  <a:spcPts val="0"/>
                </a:spcAft>
                <a:buClr>
                  <a:srgbClr val="FFFFFF"/>
                </a:buClr>
                <a:buSzPts val="3623"/>
                <a:buFont typeface="Arial"/>
                <a:buChar char="•"/>
              </a:pPr>
              <a:r>
                <a:rPr b="0" i="0" lang="en-US" sz="3623" u="none" cap="none" strike="noStrike">
                  <a:solidFill>
                    <a:srgbClr val="FFFFFF"/>
                  </a:solidFill>
                  <a:latin typeface="PT Sans"/>
                  <a:ea typeface="PT Sans"/>
                  <a:cs typeface="PT Sans"/>
                  <a:sym typeface="PT Sans"/>
                </a:rPr>
                <a:t>Xác định các yếu tố quan trọng ảnh hưởng đến giá ô tô</a:t>
              </a:r>
              <a:endParaRPr/>
            </a:p>
            <a:p>
              <a:pPr indent="0" lvl="0" marL="0" marR="0" rtl="0" algn="ctr">
                <a:lnSpc>
                  <a:spcPct val="140022"/>
                </a:lnSpc>
                <a:spcBef>
                  <a:spcPts val="0"/>
                </a:spcBef>
                <a:spcAft>
                  <a:spcPts val="0"/>
                </a:spcAft>
                <a:buNone/>
              </a:pPr>
              <a:r>
                <a:t/>
              </a:r>
              <a:endParaRPr b="0" i="0" sz="3623" u="none" cap="none" strike="noStrike">
                <a:solidFill>
                  <a:srgbClr val="FFFFFF"/>
                </a:solidFill>
                <a:latin typeface="PT Sans"/>
                <a:ea typeface="PT Sans"/>
                <a:cs typeface="PT Sans"/>
                <a:sym typeface="PT Sans"/>
              </a:endParaRPr>
            </a:p>
            <a:p>
              <a:pPr indent="-391203" lvl="1" marL="782407" marR="0" rtl="0" algn="l">
                <a:lnSpc>
                  <a:spcPct val="140022"/>
                </a:lnSpc>
                <a:spcBef>
                  <a:spcPts val="0"/>
                </a:spcBef>
                <a:spcAft>
                  <a:spcPts val="0"/>
                </a:spcAft>
                <a:buClr>
                  <a:srgbClr val="FFFFFF"/>
                </a:buClr>
                <a:buSzPts val="3623"/>
                <a:buFont typeface="Arial"/>
                <a:buChar char="•"/>
              </a:pPr>
              <a:r>
                <a:rPr b="0" i="0" lang="en-US" sz="3623" u="none" cap="none" strike="noStrike">
                  <a:solidFill>
                    <a:srgbClr val="FFFFFF"/>
                  </a:solidFill>
                  <a:latin typeface="PT Sans"/>
                  <a:ea typeface="PT Sans"/>
                  <a:cs typeface="PT Sans"/>
                  <a:sym typeface="PT Sans"/>
                </a:rPr>
                <a:t>Đánh giá mức độ ảnh hưởng của từng thông số ô tô đến giá</a:t>
              </a:r>
              <a:endParaRPr/>
            </a:p>
            <a:p>
              <a:pPr indent="0" lvl="0" marL="0" marR="0" rtl="0" algn="l">
                <a:lnSpc>
                  <a:spcPct val="140022"/>
                </a:lnSpc>
                <a:spcBef>
                  <a:spcPts val="0"/>
                </a:spcBef>
                <a:spcAft>
                  <a:spcPts val="0"/>
                </a:spcAft>
                <a:buNone/>
              </a:pPr>
              <a:r>
                <a:t/>
              </a:r>
              <a:endParaRPr b="0" i="0" sz="3623" u="none" cap="none" strike="noStrike">
                <a:solidFill>
                  <a:srgbClr val="FFFFFF"/>
                </a:solidFill>
                <a:latin typeface="PT Sans"/>
                <a:ea typeface="PT Sans"/>
                <a:cs typeface="PT Sans"/>
                <a:sym typeface="PT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grpSp>
        <p:nvGrpSpPr>
          <p:cNvPr id="547" name="Google Shape;547;p5"/>
          <p:cNvGrpSpPr/>
          <p:nvPr/>
        </p:nvGrpSpPr>
        <p:grpSpPr>
          <a:xfrm rot="-5400000">
            <a:off x="-1531325" y="132375"/>
            <a:ext cx="11215802" cy="9093448"/>
            <a:chOff x="0" y="-123825"/>
            <a:chExt cx="2953956" cy="2394982"/>
          </a:xfrm>
        </p:grpSpPr>
        <p:sp>
          <p:nvSpPr>
            <p:cNvPr id="548" name="Google Shape;548;p5"/>
            <p:cNvSpPr/>
            <p:nvPr/>
          </p:nvSpPr>
          <p:spPr>
            <a:xfrm>
              <a:off x="0" y="0"/>
              <a:ext cx="2953956" cy="2271157"/>
            </a:xfrm>
            <a:custGeom>
              <a:rect b="b" l="l" r="r" t="t"/>
              <a:pathLst>
                <a:path extrusionOk="0" h="2271157" w="2953956">
                  <a:moveTo>
                    <a:pt x="0" y="0"/>
                  </a:moveTo>
                  <a:lnTo>
                    <a:pt x="2953956" y="0"/>
                  </a:lnTo>
                  <a:lnTo>
                    <a:pt x="2953956" y="2271157"/>
                  </a:lnTo>
                  <a:lnTo>
                    <a:pt x="0" y="2271157"/>
                  </a:lnTo>
                  <a:close/>
                </a:path>
              </a:pathLst>
            </a:custGeom>
            <a:solidFill>
              <a:srgbClr val="0B1541"/>
            </a:solidFill>
            <a:ln>
              <a:noFill/>
            </a:ln>
          </p:spPr>
        </p:sp>
        <p:sp>
          <p:nvSpPr>
            <p:cNvPr id="549" name="Google Shape;549;p5"/>
            <p:cNvSpPr txBox="1"/>
            <p:nvPr/>
          </p:nvSpPr>
          <p:spPr>
            <a:xfrm>
              <a:off x="0" y="-123825"/>
              <a:ext cx="2953956" cy="2394982"/>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50" name="Google Shape;550;p5"/>
          <p:cNvSpPr/>
          <p:nvPr/>
        </p:nvSpPr>
        <p:spPr>
          <a:xfrm>
            <a:off x="8623300" y="1863573"/>
            <a:ext cx="9937275" cy="7677482"/>
          </a:xfrm>
          <a:custGeom>
            <a:rect b="b" l="l" r="r" t="t"/>
            <a:pathLst>
              <a:path extrusionOk="0" h="7677482" w="9937275">
                <a:moveTo>
                  <a:pt x="0" y="0"/>
                </a:moveTo>
                <a:lnTo>
                  <a:pt x="9937275" y="0"/>
                </a:lnTo>
                <a:lnTo>
                  <a:pt x="9937275" y="7677481"/>
                </a:lnTo>
                <a:lnTo>
                  <a:pt x="0" y="7677481"/>
                </a:lnTo>
                <a:lnTo>
                  <a:pt x="0" y="0"/>
                </a:lnTo>
                <a:close/>
              </a:path>
            </a:pathLst>
          </a:custGeom>
          <a:blipFill rotWithShape="1">
            <a:blip r:embed="rId3">
              <a:alphaModFix/>
            </a:blip>
            <a:stretch>
              <a:fillRect b="0" l="-4260" r="-4260" t="0"/>
            </a:stretch>
          </a:blipFill>
          <a:ln>
            <a:noFill/>
          </a:ln>
        </p:spPr>
      </p:sp>
      <p:sp>
        <p:nvSpPr>
          <p:cNvPr id="551" name="Google Shape;551;p5"/>
          <p:cNvSpPr txBox="1"/>
          <p:nvPr/>
        </p:nvSpPr>
        <p:spPr>
          <a:xfrm>
            <a:off x="412630" y="3093243"/>
            <a:ext cx="7798040" cy="5160991"/>
          </a:xfrm>
          <a:prstGeom prst="rect">
            <a:avLst/>
          </a:prstGeom>
          <a:noFill/>
          <a:ln>
            <a:noFill/>
          </a:ln>
        </p:spPr>
        <p:txBody>
          <a:bodyPr anchorCtr="0" anchor="t" bIns="0" lIns="0" spcFirstLastPara="1" rIns="0" wrap="square" tIns="0">
            <a:spAutoFit/>
          </a:bodyPr>
          <a:lstStyle/>
          <a:p>
            <a:pPr indent="-287501" lvl="1" marL="575004" marR="0" rtl="0" algn="l">
              <a:lnSpc>
                <a:spcPct val="139992"/>
              </a:lnSpc>
              <a:spcBef>
                <a:spcPts val="0"/>
              </a:spcBef>
              <a:spcAft>
                <a:spcPts val="0"/>
              </a:spcAft>
              <a:buClr>
                <a:srgbClr val="FFFFFF"/>
              </a:buClr>
              <a:buSzPts val="2663"/>
              <a:buFont typeface="Arial"/>
              <a:buChar char="•"/>
            </a:pPr>
            <a:r>
              <a:rPr b="0" i="0" lang="en-US" sz="2663" u="none" cap="none" strike="noStrike">
                <a:solidFill>
                  <a:srgbClr val="FFFFFF"/>
                </a:solidFill>
                <a:latin typeface="Arial"/>
                <a:ea typeface="Arial"/>
                <a:cs typeface="Arial"/>
                <a:sym typeface="Arial"/>
              </a:rPr>
              <a:t>Đây là biểu đồ histogram thể hiện phân phối giá xe ô tô.</a:t>
            </a:r>
            <a:endParaRPr/>
          </a:p>
          <a:p>
            <a:pPr indent="-287501" lvl="1" marL="575004" marR="0" rtl="0" algn="l">
              <a:lnSpc>
                <a:spcPct val="139992"/>
              </a:lnSpc>
              <a:spcBef>
                <a:spcPts val="0"/>
              </a:spcBef>
              <a:spcAft>
                <a:spcPts val="0"/>
              </a:spcAft>
              <a:buClr>
                <a:srgbClr val="FFFFFF"/>
              </a:buClr>
              <a:buSzPts val="2663"/>
              <a:buFont typeface="Arial"/>
              <a:buChar char="•"/>
            </a:pPr>
            <a:r>
              <a:rPr b="0" i="0" lang="en-US" sz="2663" u="none" cap="none" strike="noStrike">
                <a:solidFill>
                  <a:srgbClr val="FFFFFF"/>
                </a:solidFill>
                <a:latin typeface="Arial"/>
                <a:ea typeface="Arial"/>
                <a:cs typeface="Arial"/>
                <a:sym typeface="Arial"/>
              </a:rPr>
              <a:t>Trục x: Giá xe (Price), từ 5000 đến 45000 đơn vị tiền tệ.</a:t>
            </a:r>
            <a:endParaRPr/>
          </a:p>
          <a:p>
            <a:pPr indent="-287501" lvl="1" marL="575004" marR="0" rtl="0" algn="l">
              <a:lnSpc>
                <a:spcPct val="139992"/>
              </a:lnSpc>
              <a:spcBef>
                <a:spcPts val="0"/>
              </a:spcBef>
              <a:spcAft>
                <a:spcPts val="0"/>
              </a:spcAft>
              <a:buClr>
                <a:srgbClr val="FFFFFF"/>
              </a:buClr>
              <a:buSzPts val="2663"/>
              <a:buFont typeface="Arial"/>
              <a:buChar char="•"/>
            </a:pPr>
            <a:r>
              <a:rPr b="0" i="0" lang="en-US" sz="2663" u="none" cap="none" strike="noStrike">
                <a:solidFill>
                  <a:srgbClr val="FFFFFF"/>
                </a:solidFill>
                <a:latin typeface="Arial"/>
                <a:ea typeface="Arial"/>
                <a:cs typeface="Arial"/>
                <a:sym typeface="Arial"/>
              </a:rPr>
              <a:t>Trục y: Tần suất (Frequency), thể hiện số lượng xe ở mỗi mức giá.</a:t>
            </a:r>
            <a:endParaRPr/>
          </a:p>
          <a:p>
            <a:pPr indent="-287501" lvl="1" marL="575004" marR="0" rtl="0" algn="l">
              <a:lnSpc>
                <a:spcPct val="139992"/>
              </a:lnSpc>
              <a:spcBef>
                <a:spcPts val="0"/>
              </a:spcBef>
              <a:spcAft>
                <a:spcPts val="0"/>
              </a:spcAft>
              <a:buClr>
                <a:srgbClr val="FFFFFF"/>
              </a:buClr>
              <a:buSzPts val="2663"/>
              <a:buFont typeface="Arial"/>
              <a:buChar char="•"/>
            </a:pPr>
            <a:r>
              <a:rPr b="0" i="0" lang="en-US" sz="2663" u="none" cap="none" strike="noStrike">
                <a:solidFill>
                  <a:srgbClr val="FFFFFF"/>
                </a:solidFill>
                <a:latin typeface="Arial"/>
                <a:ea typeface="Arial"/>
                <a:cs typeface="Arial"/>
                <a:sym typeface="Arial"/>
              </a:rPr>
              <a:t>Biểu đồ cho thấy phân phối giá xe nghiêng phải (right-skewed), với phần lớn xe tập trung ở mức giá thấp và trung bình.</a:t>
            </a:r>
            <a:endParaRPr/>
          </a:p>
          <a:p>
            <a:pPr indent="0" lvl="0" marL="0" marR="0" rtl="0" algn="l">
              <a:lnSpc>
                <a:spcPct val="139992"/>
              </a:lnSpc>
              <a:spcBef>
                <a:spcPts val="0"/>
              </a:spcBef>
              <a:spcAft>
                <a:spcPts val="0"/>
              </a:spcAft>
              <a:buNone/>
            </a:pPr>
            <a:r>
              <a:t/>
            </a:r>
            <a:endParaRPr b="0" i="0" sz="2663" u="none" cap="none" strike="noStrike">
              <a:solidFill>
                <a:srgbClr val="FFFFFF"/>
              </a:solidFill>
              <a:latin typeface="Arial"/>
              <a:ea typeface="Arial"/>
              <a:cs typeface="Arial"/>
              <a:sym typeface="Arial"/>
            </a:endParaRPr>
          </a:p>
          <a:p>
            <a:pPr indent="0" lvl="0" marL="0" marR="0" rtl="0" algn="l">
              <a:lnSpc>
                <a:spcPct val="139992"/>
              </a:lnSpc>
              <a:spcBef>
                <a:spcPts val="0"/>
              </a:spcBef>
              <a:spcAft>
                <a:spcPts val="0"/>
              </a:spcAft>
              <a:buNone/>
            </a:pPr>
            <a:r>
              <a:t/>
            </a:r>
            <a:endParaRPr b="0" i="0" sz="2663" u="none" cap="none" strike="noStrike">
              <a:solidFill>
                <a:srgbClr val="FFFFFF"/>
              </a:solidFill>
              <a:latin typeface="Arial"/>
              <a:ea typeface="Arial"/>
              <a:cs typeface="Arial"/>
              <a:sym typeface="Arial"/>
            </a:endParaRPr>
          </a:p>
        </p:txBody>
      </p:sp>
      <p:sp>
        <p:nvSpPr>
          <p:cNvPr id="552" name="Google Shape;552;p5"/>
          <p:cNvSpPr txBox="1"/>
          <p:nvPr/>
        </p:nvSpPr>
        <p:spPr>
          <a:xfrm>
            <a:off x="2021012" y="866623"/>
            <a:ext cx="4581275" cy="996950"/>
          </a:xfrm>
          <a:prstGeom prst="rect">
            <a:avLst/>
          </a:prstGeom>
          <a:noFill/>
          <a:ln>
            <a:noFill/>
          </a:ln>
        </p:spPr>
        <p:txBody>
          <a:bodyPr anchorCtr="0" anchor="t" bIns="0" lIns="0" spcFirstLastPara="1" rIns="0" wrap="square" tIns="0">
            <a:spAutoFit/>
          </a:bodyPr>
          <a:lstStyle/>
          <a:p>
            <a:pPr indent="0" lvl="0" marL="0" marR="0" rtl="0" algn="ctr">
              <a:lnSpc>
                <a:spcPct val="170000"/>
              </a:lnSpc>
              <a:spcBef>
                <a:spcPts val="0"/>
              </a:spcBef>
              <a:spcAft>
                <a:spcPts val="0"/>
              </a:spcAft>
              <a:buNone/>
            </a:pPr>
            <a:r>
              <a:rPr b="1" i="0" lang="en-US" sz="5000" u="none" cap="none" strike="noStrike">
                <a:solidFill>
                  <a:srgbClr val="F88219"/>
                </a:solidFill>
                <a:latin typeface="Arial"/>
                <a:ea typeface="Arial"/>
                <a:cs typeface="Arial"/>
                <a:sym typeface="Arial"/>
              </a:rPr>
              <a:t>Phân bố giá xe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grpSp>
        <p:nvGrpSpPr>
          <p:cNvPr id="557" name="Google Shape;557;p6"/>
          <p:cNvGrpSpPr/>
          <p:nvPr/>
        </p:nvGrpSpPr>
        <p:grpSpPr>
          <a:xfrm rot="-5400000">
            <a:off x="-1531325" y="132375"/>
            <a:ext cx="11215802" cy="9093448"/>
            <a:chOff x="0" y="-123825"/>
            <a:chExt cx="2953956" cy="2394982"/>
          </a:xfrm>
        </p:grpSpPr>
        <p:sp>
          <p:nvSpPr>
            <p:cNvPr id="558" name="Google Shape;558;p6"/>
            <p:cNvSpPr/>
            <p:nvPr/>
          </p:nvSpPr>
          <p:spPr>
            <a:xfrm>
              <a:off x="0" y="0"/>
              <a:ext cx="2953956" cy="2271157"/>
            </a:xfrm>
            <a:custGeom>
              <a:rect b="b" l="l" r="r" t="t"/>
              <a:pathLst>
                <a:path extrusionOk="0" h="2271157" w="2953956">
                  <a:moveTo>
                    <a:pt x="0" y="0"/>
                  </a:moveTo>
                  <a:lnTo>
                    <a:pt x="2953956" y="0"/>
                  </a:lnTo>
                  <a:lnTo>
                    <a:pt x="2953956" y="2271157"/>
                  </a:lnTo>
                  <a:lnTo>
                    <a:pt x="0" y="2271157"/>
                  </a:lnTo>
                  <a:close/>
                </a:path>
              </a:pathLst>
            </a:custGeom>
            <a:solidFill>
              <a:srgbClr val="0B1541"/>
            </a:solidFill>
            <a:ln>
              <a:noFill/>
            </a:ln>
          </p:spPr>
        </p:sp>
        <p:sp>
          <p:nvSpPr>
            <p:cNvPr id="559" name="Google Shape;559;p6"/>
            <p:cNvSpPr txBox="1"/>
            <p:nvPr/>
          </p:nvSpPr>
          <p:spPr>
            <a:xfrm>
              <a:off x="0" y="-123825"/>
              <a:ext cx="2953956" cy="2394982"/>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60" name="Google Shape;560;p6"/>
          <p:cNvSpPr/>
          <p:nvPr/>
        </p:nvSpPr>
        <p:spPr>
          <a:xfrm>
            <a:off x="8926940" y="2777081"/>
            <a:ext cx="9193458" cy="5947399"/>
          </a:xfrm>
          <a:custGeom>
            <a:rect b="b" l="l" r="r" t="t"/>
            <a:pathLst>
              <a:path extrusionOk="0" h="5947399" w="9193458">
                <a:moveTo>
                  <a:pt x="0" y="0"/>
                </a:moveTo>
                <a:lnTo>
                  <a:pt x="9193458" y="0"/>
                </a:lnTo>
                <a:lnTo>
                  <a:pt x="9193458" y="5947399"/>
                </a:lnTo>
                <a:lnTo>
                  <a:pt x="0" y="5947399"/>
                </a:lnTo>
                <a:lnTo>
                  <a:pt x="0" y="0"/>
                </a:lnTo>
                <a:close/>
              </a:path>
            </a:pathLst>
          </a:custGeom>
          <a:blipFill rotWithShape="1">
            <a:blip r:embed="rId3">
              <a:alphaModFix/>
            </a:blip>
            <a:stretch>
              <a:fillRect b="0" l="0" r="0" t="-2407"/>
            </a:stretch>
          </a:blipFill>
          <a:ln>
            <a:noFill/>
          </a:ln>
        </p:spPr>
      </p:sp>
      <p:sp>
        <p:nvSpPr>
          <p:cNvPr id="561" name="Google Shape;561;p6"/>
          <p:cNvSpPr txBox="1"/>
          <p:nvPr/>
        </p:nvSpPr>
        <p:spPr>
          <a:xfrm>
            <a:off x="353721" y="2874060"/>
            <a:ext cx="7915858" cy="4751340"/>
          </a:xfrm>
          <a:prstGeom prst="rect">
            <a:avLst/>
          </a:prstGeom>
          <a:noFill/>
          <a:ln>
            <a:noFill/>
          </a:ln>
        </p:spPr>
        <p:txBody>
          <a:bodyPr anchorCtr="0" anchor="t" bIns="0" lIns="0" spcFirstLastPara="1" rIns="0" wrap="square" tIns="0">
            <a:spAutoFit/>
          </a:bodyPr>
          <a:lstStyle/>
          <a:p>
            <a:pPr indent="0" lvl="0" marL="0" marR="0" rtl="0" algn="l">
              <a:lnSpc>
                <a:spcPct val="21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lnSpc>
                <a:spcPct val="21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91846" lvl="1" marL="583692" marR="0" rtl="0" algn="l">
              <a:lnSpc>
                <a:spcPct val="139992"/>
              </a:lnSpc>
              <a:spcBef>
                <a:spcPts val="0"/>
              </a:spcBef>
              <a:spcAft>
                <a:spcPts val="0"/>
              </a:spcAft>
              <a:buClr>
                <a:srgbClr val="FFFFFF"/>
              </a:buClr>
              <a:buSzPts val="2703"/>
              <a:buFont typeface="Arial"/>
              <a:buChar char="•"/>
            </a:pPr>
            <a:r>
              <a:rPr b="0" i="0" lang="en-US" sz="2703" u="none" cap="none" strike="noStrike">
                <a:solidFill>
                  <a:srgbClr val="FFFFFF"/>
                </a:solidFill>
                <a:latin typeface="Arial"/>
                <a:ea typeface="Arial"/>
                <a:cs typeface="Arial"/>
                <a:sym typeface="Arial"/>
              </a:rPr>
              <a:t>Đây cũng là biểu đồ histogram, nhưng tập trung vào một phạm vi giá hẹp hơn.</a:t>
            </a:r>
            <a:endParaRPr/>
          </a:p>
          <a:p>
            <a:pPr indent="-291846" lvl="1" marL="583692" marR="0" rtl="0" algn="l">
              <a:lnSpc>
                <a:spcPct val="139992"/>
              </a:lnSpc>
              <a:spcBef>
                <a:spcPts val="0"/>
              </a:spcBef>
              <a:spcAft>
                <a:spcPts val="0"/>
              </a:spcAft>
              <a:buClr>
                <a:srgbClr val="FFFFFF"/>
              </a:buClr>
              <a:buSzPts val="2703"/>
              <a:buFont typeface="Arial"/>
              <a:buChar char="•"/>
            </a:pPr>
            <a:r>
              <a:rPr b="0" i="0" lang="en-US" sz="2703" u="none" cap="none" strike="noStrike">
                <a:solidFill>
                  <a:srgbClr val="FFFFFF"/>
                </a:solidFill>
                <a:latin typeface="Arial"/>
                <a:ea typeface="Arial"/>
                <a:cs typeface="Arial"/>
                <a:sym typeface="Arial"/>
              </a:rPr>
              <a:t>Trục x: Giá xe (Price), từ 3.8 đến 4.6.</a:t>
            </a:r>
            <a:endParaRPr/>
          </a:p>
          <a:p>
            <a:pPr indent="-291846" lvl="1" marL="583692" marR="0" rtl="0" algn="l">
              <a:lnSpc>
                <a:spcPct val="139992"/>
              </a:lnSpc>
              <a:spcBef>
                <a:spcPts val="0"/>
              </a:spcBef>
              <a:spcAft>
                <a:spcPts val="0"/>
              </a:spcAft>
              <a:buClr>
                <a:srgbClr val="FFFFFF"/>
              </a:buClr>
              <a:buSzPts val="2703"/>
              <a:buFont typeface="Arial"/>
              <a:buChar char="•"/>
            </a:pPr>
            <a:r>
              <a:rPr b="0" i="0" lang="en-US" sz="2703" u="none" cap="none" strike="noStrike">
                <a:solidFill>
                  <a:srgbClr val="FFFFFF"/>
                </a:solidFill>
                <a:latin typeface="Arial"/>
                <a:ea typeface="Arial"/>
                <a:cs typeface="Arial"/>
                <a:sym typeface="Arial"/>
              </a:rPr>
              <a:t>Trục y: Tần suất (Frequency).</a:t>
            </a:r>
            <a:endParaRPr/>
          </a:p>
          <a:p>
            <a:pPr indent="-291846" lvl="1" marL="583692" marR="0" rtl="0" algn="l">
              <a:lnSpc>
                <a:spcPct val="139992"/>
              </a:lnSpc>
              <a:spcBef>
                <a:spcPts val="0"/>
              </a:spcBef>
              <a:spcAft>
                <a:spcPts val="0"/>
              </a:spcAft>
              <a:buClr>
                <a:srgbClr val="FFFFFF"/>
              </a:buClr>
              <a:buSzPts val="2703"/>
              <a:buFont typeface="Arial"/>
              <a:buChar char="•"/>
            </a:pPr>
            <a:r>
              <a:rPr b="0" i="0" lang="en-US" sz="2703" u="none" cap="none" strike="noStrike">
                <a:solidFill>
                  <a:srgbClr val="FFFFFF"/>
                </a:solidFill>
                <a:latin typeface="Arial"/>
                <a:ea typeface="Arial"/>
                <a:cs typeface="Arial"/>
                <a:sym typeface="Arial"/>
              </a:rPr>
              <a:t>Biểu đồ này có thể thể hiện phân phối logarit của giá xe, cho phép nhìn rõ hơn sự phân bố ở các mức giá khác nhau.</a:t>
            </a:r>
            <a:endParaRPr/>
          </a:p>
          <a:p>
            <a:pPr indent="0" lvl="0" marL="0" marR="0" rtl="0" algn="l">
              <a:lnSpc>
                <a:spcPct val="139992"/>
              </a:lnSpc>
              <a:spcBef>
                <a:spcPts val="0"/>
              </a:spcBef>
              <a:spcAft>
                <a:spcPts val="0"/>
              </a:spcAft>
              <a:buNone/>
            </a:pPr>
            <a:r>
              <a:t/>
            </a:r>
            <a:endParaRPr b="0" i="0" sz="2703" u="none" cap="none" strike="noStrike">
              <a:solidFill>
                <a:srgbClr val="FFFFFF"/>
              </a:solidFill>
              <a:latin typeface="Arial"/>
              <a:ea typeface="Arial"/>
              <a:cs typeface="Arial"/>
              <a:sym typeface="Arial"/>
            </a:endParaRPr>
          </a:p>
        </p:txBody>
      </p:sp>
      <p:sp>
        <p:nvSpPr>
          <p:cNvPr id="562" name="Google Shape;562;p6"/>
          <p:cNvSpPr txBox="1"/>
          <p:nvPr/>
        </p:nvSpPr>
        <p:spPr>
          <a:xfrm>
            <a:off x="2021012" y="1245140"/>
            <a:ext cx="4581275" cy="996950"/>
          </a:xfrm>
          <a:prstGeom prst="rect">
            <a:avLst/>
          </a:prstGeom>
          <a:noFill/>
          <a:ln>
            <a:noFill/>
          </a:ln>
        </p:spPr>
        <p:txBody>
          <a:bodyPr anchorCtr="0" anchor="t" bIns="0" lIns="0" spcFirstLastPara="1" rIns="0" wrap="square" tIns="0">
            <a:spAutoFit/>
          </a:bodyPr>
          <a:lstStyle/>
          <a:p>
            <a:pPr indent="0" lvl="0" marL="0" marR="0" rtl="0" algn="ctr">
              <a:lnSpc>
                <a:spcPct val="170000"/>
              </a:lnSpc>
              <a:spcBef>
                <a:spcPts val="0"/>
              </a:spcBef>
              <a:spcAft>
                <a:spcPts val="0"/>
              </a:spcAft>
              <a:buNone/>
            </a:pPr>
            <a:r>
              <a:rPr b="1" i="0" lang="en-US" sz="5000" u="none" cap="none" strike="noStrike">
                <a:solidFill>
                  <a:srgbClr val="F88219"/>
                </a:solidFill>
                <a:latin typeface="Arial"/>
                <a:ea typeface="Arial"/>
                <a:cs typeface="Arial"/>
                <a:sym typeface="Arial"/>
              </a:rPr>
              <a:t>Phân bố giá xe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grpSp>
        <p:nvGrpSpPr>
          <p:cNvPr id="567" name="Google Shape;567;p7"/>
          <p:cNvGrpSpPr/>
          <p:nvPr/>
        </p:nvGrpSpPr>
        <p:grpSpPr>
          <a:xfrm>
            <a:off x="7705829" y="8919928"/>
            <a:ext cx="10764300" cy="542898"/>
            <a:chOff x="0" y="-630192"/>
            <a:chExt cx="14352400" cy="723867"/>
          </a:xfrm>
        </p:grpSpPr>
        <p:grpSp>
          <p:nvGrpSpPr>
            <p:cNvPr id="568" name="Google Shape;568;p7"/>
            <p:cNvGrpSpPr/>
            <p:nvPr/>
          </p:nvGrpSpPr>
          <p:grpSpPr>
            <a:xfrm>
              <a:off x="7709600" y="-630192"/>
              <a:ext cx="2788000" cy="723867"/>
              <a:chOff x="0" y="-123825"/>
              <a:chExt cx="547795" cy="142231"/>
            </a:xfrm>
          </p:grpSpPr>
          <p:sp>
            <p:nvSpPr>
              <p:cNvPr id="569" name="Google Shape;569;p7"/>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570" name="Google Shape;570;p7"/>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71" name="Google Shape;571;p7"/>
            <p:cNvGrpSpPr/>
            <p:nvPr/>
          </p:nvGrpSpPr>
          <p:grpSpPr>
            <a:xfrm>
              <a:off x="0" y="-630192"/>
              <a:ext cx="2788000" cy="723867"/>
              <a:chOff x="0" y="-123825"/>
              <a:chExt cx="547795" cy="142231"/>
            </a:xfrm>
          </p:grpSpPr>
          <p:sp>
            <p:nvSpPr>
              <p:cNvPr id="572" name="Google Shape;572;p7"/>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573" name="Google Shape;573;p7"/>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74" name="Google Shape;574;p7"/>
            <p:cNvGrpSpPr/>
            <p:nvPr/>
          </p:nvGrpSpPr>
          <p:grpSpPr>
            <a:xfrm>
              <a:off x="11564400" y="-630192"/>
              <a:ext cx="2788000" cy="723867"/>
              <a:chOff x="0" y="-123825"/>
              <a:chExt cx="547795" cy="142231"/>
            </a:xfrm>
          </p:grpSpPr>
          <p:sp>
            <p:nvSpPr>
              <p:cNvPr id="575" name="Google Shape;575;p7"/>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576" name="Google Shape;576;p7"/>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77" name="Google Shape;577;p7"/>
            <p:cNvGrpSpPr/>
            <p:nvPr/>
          </p:nvGrpSpPr>
          <p:grpSpPr>
            <a:xfrm>
              <a:off x="3854800" y="-630192"/>
              <a:ext cx="2788000" cy="723867"/>
              <a:chOff x="0" y="-123825"/>
              <a:chExt cx="547795" cy="142231"/>
            </a:xfrm>
          </p:grpSpPr>
          <p:sp>
            <p:nvSpPr>
              <p:cNvPr id="578" name="Google Shape;578;p7"/>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579" name="Google Shape;579;p7"/>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580" name="Google Shape;580;p7"/>
          <p:cNvSpPr/>
          <p:nvPr/>
        </p:nvSpPr>
        <p:spPr>
          <a:xfrm>
            <a:off x="2582700" y="2136697"/>
            <a:ext cx="13223814" cy="7255873"/>
          </a:xfrm>
          <a:custGeom>
            <a:rect b="b" l="l" r="r" t="t"/>
            <a:pathLst>
              <a:path extrusionOk="0" h="7255873" w="13223814">
                <a:moveTo>
                  <a:pt x="0" y="0"/>
                </a:moveTo>
                <a:lnTo>
                  <a:pt x="13223814" y="0"/>
                </a:lnTo>
                <a:lnTo>
                  <a:pt x="13223814" y="7255873"/>
                </a:lnTo>
                <a:lnTo>
                  <a:pt x="0" y="7255873"/>
                </a:lnTo>
                <a:lnTo>
                  <a:pt x="0" y="0"/>
                </a:lnTo>
                <a:close/>
              </a:path>
            </a:pathLst>
          </a:custGeom>
          <a:blipFill rotWithShape="1">
            <a:blip r:embed="rId3">
              <a:alphaModFix/>
            </a:blip>
            <a:stretch>
              <a:fillRect b="-1782" l="0" r="0" t="-2325"/>
            </a:stretch>
          </a:blipFill>
          <a:ln>
            <a:noFill/>
          </a:ln>
        </p:spPr>
      </p:sp>
      <p:sp>
        <p:nvSpPr>
          <p:cNvPr id="581" name="Google Shape;581;p7"/>
          <p:cNvSpPr txBox="1"/>
          <p:nvPr/>
        </p:nvSpPr>
        <p:spPr>
          <a:xfrm>
            <a:off x="1971774" y="990600"/>
            <a:ext cx="13338669" cy="838043"/>
          </a:xfrm>
          <a:prstGeom prst="rect">
            <a:avLst/>
          </a:prstGeom>
          <a:noFill/>
          <a:ln>
            <a:noFill/>
          </a:ln>
        </p:spPr>
        <p:txBody>
          <a:bodyPr anchorCtr="0" anchor="t" bIns="0" lIns="0" spcFirstLastPara="1" rIns="0" wrap="square" tIns="0">
            <a:spAutoFit/>
          </a:bodyPr>
          <a:lstStyle/>
          <a:p>
            <a:pPr indent="0" lvl="0" marL="0" marR="0" rtl="0" algn="ctr">
              <a:lnSpc>
                <a:spcPct val="128007"/>
              </a:lnSpc>
              <a:spcBef>
                <a:spcPts val="0"/>
              </a:spcBef>
              <a:spcAft>
                <a:spcPts val="0"/>
              </a:spcAft>
              <a:buNone/>
            </a:pPr>
            <a:r>
              <a:rPr b="1" i="0" lang="en-US" sz="5270" u="none" cap="none" strike="noStrike">
                <a:solidFill>
                  <a:srgbClr val="F88219"/>
                </a:solidFill>
                <a:latin typeface="Arial"/>
                <a:ea typeface="Arial"/>
                <a:cs typeface="Arial"/>
                <a:sym typeface="Arial"/>
              </a:rPr>
              <a:t>Tương quan giữa các biến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grpSp>
        <p:nvGrpSpPr>
          <p:cNvPr id="586" name="Google Shape;586;p8"/>
          <p:cNvGrpSpPr/>
          <p:nvPr/>
        </p:nvGrpSpPr>
        <p:grpSpPr>
          <a:xfrm>
            <a:off x="7705829" y="8919928"/>
            <a:ext cx="10764300" cy="542898"/>
            <a:chOff x="0" y="-630192"/>
            <a:chExt cx="14352400" cy="723867"/>
          </a:xfrm>
        </p:grpSpPr>
        <p:grpSp>
          <p:nvGrpSpPr>
            <p:cNvPr id="587" name="Google Shape;587;p8"/>
            <p:cNvGrpSpPr/>
            <p:nvPr/>
          </p:nvGrpSpPr>
          <p:grpSpPr>
            <a:xfrm>
              <a:off x="7709600" y="-630192"/>
              <a:ext cx="2788000" cy="723867"/>
              <a:chOff x="0" y="-123825"/>
              <a:chExt cx="547795" cy="142231"/>
            </a:xfrm>
          </p:grpSpPr>
          <p:sp>
            <p:nvSpPr>
              <p:cNvPr id="588" name="Google Shape;588;p8"/>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589" name="Google Shape;589;p8"/>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90" name="Google Shape;590;p8"/>
            <p:cNvGrpSpPr/>
            <p:nvPr/>
          </p:nvGrpSpPr>
          <p:grpSpPr>
            <a:xfrm>
              <a:off x="0" y="-630192"/>
              <a:ext cx="2788000" cy="723867"/>
              <a:chOff x="0" y="-123825"/>
              <a:chExt cx="547795" cy="142231"/>
            </a:xfrm>
          </p:grpSpPr>
          <p:sp>
            <p:nvSpPr>
              <p:cNvPr id="591" name="Google Shape;591;p8"/>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592" name="Google Shape;592;p8"/>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93" name="Google Shape;593;p8"/>
            <p:cNvGrpSpPr/>
            <p:nvPr/>
          </p:nvGrpSpPr>
          <p:grpSpPr>
            <a:xfrm>
              <a:off x="11564400" y="-630192"/>
              <a:ext cx="2788000" cy="723867"/>
              <a:chOff x="0" y="-123825"/>
              <a:chExt cx="547795" cy="142231"/>
            </a:xfrm>
          </p:grpSpPr>
          <p:sp>
            <p:nvSpPr>
              <p:cNvPr id="594" name="Google Shape;594;p8"/>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595" name="Google Shape;595;p8"/>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96" name="Google Shape;596;p8"/>
            <p:cNvGrpSpPr/>
            <p:nvPr/>
          </p:nvGrpSpPr>
          <p:grpSpPr>
            <a:xfrm>
              <a:off x="3854800" y="-630192"/>
              <a:ext cx="2788000" cy="723867"/>
              <a:chOff x="0" y="-123825"/>
              <a:chExt cx="547795" cy="142231"/>
            </a:xfrm>
          </p:grpSpPr>
          <p:sp>
            <p:nvSpPr>
              <p:cNvPr id="597" name="Google Shape;597;p8"/>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598" name="Google Shape;598;p8"/>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599" name="Google Shape;599;p8"/>
          <p:cNvSpPr txBox="1"/>
          <p:nvPr/>
        </p:nvSpPr>
        <p:spPr>
          <a:xfrm>
            <a:off x="1971774" y="990600"/>
            <a:ext cx="13338669" cy="832272"/>
          </a:xfrm>
          <a:prstGeom prst="rect">
            <a:avLst/>
          </a:prstGeom>
          <a:noFill/>
          <a:ln>
            <a:noFill/>
          </a:ln>
        </p:spPr>
        <p:txBody>
          <a:bodyPr anchorCtr="0" anchor="t" bIns="0" lIns="0" spcFirstLastPara="1" rIns="0" wrap="square" tIns="0">
            <a:spAutoFit/>
          </a:bodyPr>
          <a:lstStyle/>
          <a:p>
            <a:pPr indent="0" lvl="0" marL="0" marR="0" rtl="0" algn="ctr">
              <a:lnSpc>
                <a:spcPct val="128007"/>
              </a:lnSpc>
              <a:spcBef>
                <a:spcPts val="0"/>
              </a:spcBef>
              <a:spcAft>
                <a:spcPts val="0"/>
              </a:spcAft>
              <a:buNone/>
            </a:pPr>
            <a:r>
              <a:rPr b="1" i="0" lang="en-US" sz="5270" u="none" cap="none" strike="noStrike">
                <a:solidFill>
                  <a:srgbClr val="F88219"/>
                </a:solidFill>
                <a:latin typeface="Arial"/>
                <a:ea typeface="Arial"/>
                <a:cs typeface="Arial"/>
                <a:sym typeface="Arial"/>
              </a:rPr>
              <a:t>Tương quan giữa các biến</a:t>
            </a:r>
            <a:endParaRPr/>
          </a:p>
        </p:txBody>
      </p:sp>
      <p:sp>
        <p:nvSpPr>
          <p:cNvPr id="600" name="Google Shape;600;p8"/>
          <p:cNvSpPr txBox="1"/>
          <p:nvPr/>
        </p:nvSpPr>
        <p:spPr>
          <a:xfrm>
            <a:off x="860314" y="1872973"/>
            <a:ext cx="16398986" cy="7920047"/>
          </a:xfrm>
          <a:prstGeom prst="rect">
            <a:avLst/>
          </a:prstGeom>
          <a:noFill/>
          <a:ln>
            <a:noFill/>
          </a:ln>
        </p:spPr>
        <p:txBody>
          <a:bodyPr anchorCtr="0" anchor="t" bIns="0" lIns="0" spcFirstLastPara="1" rIns="0" wrap="square" tIns="0">
            <a:spAutoFit/>
          </a:bodyPr>
          <a:lstStyle/>
          <a:p>
            <a:pPr indent="0" lvl="0" marL="0" marR="0" rtl="0" algn="l">
              <a:lnSpc>
                <a:spcPct val="170000"/>
              </a:lnSpc>
              <a:spcBef>
                <a:spcPts val="0"/>
              </a:spcBef>
              <a:spcAft>
                <a:spcPts val="0"/>
              </a:spcAft>
              <a:buNone/>
            </a:pPr>
            <a:r>
              <a:rPr b="1" i="0" lang="en-US" sz="3000" u="none" cap="none" strike="noStrike">
                <a:solidFill>
                  <a:srgbClr val="000000"/>
                </a:solidFill>
                <a:latin typeface="Arial"/>
                <a:ea typeface="Arial"/>
                <a:cs typeface="Arial"/>
                <a:sym typeface="Arial"/>
              </a:rPr>
              <a:t>1. Các biến có tương quan dương mạnh với giá:</a:t>
            </a:r>
            <a:endParaRPr/>
          </a:p>
          <a:p>
            <a:pPr indent="0" lvl="0" marL="0" marR="0" rtl="0" algn="l">
              <a:lnSpc>
                <a:spcPct val="170031"/>
              </a:lnSpc>
              <a:spcBef>
                <a:spcPts val="0"/>
              </a:spcBef>
              <a:spcAft>
                <a:spcPts val="0"/>
              </a:spcAft>
              <a:buNone/>
            </a:pPr>
            <a:r>
              <a:rPr b="1" i="0" lang="en-US" sz="2249" u="none" cap="none" strike="noStrike">
                <a:solidFill>
                  <a:srgbClr val="000000"/>
                </a:solidFill>
                <a:latin typeface="Arial"/>
                <a:ea typeface="Arial"/>
                <a:cs typeface="Arial"/>
                <a:sym typeface="Arial"/>
              </a:rPr>
              <a:t>EngineSize: Như đã đề cập, tương quan mạnh giữa EngineSize và price cho thấy động cơ lớn thường tốn kém hơn để sản xuất và liên quan đến xe cấp cao, có xu hướng tạo ra giá cao hơn.</a:t>
            </a:r>
            <a:endParaRPr/>
          </a:p>
          <a:p>
            <a:pPr indent="0" lvl="0" marL="0" marR="0" rtl="0" algn="l">
              <a:lnSpc>
                <a:spcPct val="170031"/>
              </a:lnSpc>
              <a:spcBef>
                <a:spcPts val="0"/>
              </a:spcBef>
              <a:spcAft>
                <a:spcPts val="0"/>
              </a:spcAft>
              <a:buNone/>
            </a:pPr>
            <a:r>
              <a:rPr b="1" i="0" lang="en-US" sz="2249" u="none" cap="none" strike="noStrike">
                <a:solidFill>
                  <a:srgbClr val="000000"/>
                </a:solidFill>
                <a:latin typeface="Arial"/>
                <a:ea typeface="Arial"/>
                <a:cs typeface="Arial"/>
                <a:sym typeface="Arial"/>
              </a:rPr>
              <a:t>Horsepower: Tương quan mạnh với giá cũng cho thấy mô hình này. Động cơ mạnh hơn thường đồng nghĩa với giá xe cao hơn.</a:t>
            </a:r>
            <a:endParaRPr/>
          </a:p>
          <a:p>
            <a:pPr indent="0" lvl="0" marL="0" marR="0" rtl="0" algn="l">
              <a:lnSpc>
                <a:spcPct val="170031"/>
              </a:lnSpc>
              <a:spcBef>
                <a:spcPts val="0"/>
              </a:spcBef>
              <a:spcAft>
                <a:spcPts val="0"/>
              </a:spcAft>
              <a:buNone/>
            </a:pPr>
            <a:r>
              <a:rPr b="1" i="0" lang="en-US" sz="2249" u="none" cap="none" strike="noStrike">
                <a:solidFill>
                  <a:srgbClr val="000000"/>
                </a:solidFill>
                <a:latin typeface="Arial"/>
                <a:ea typeface="Arial"/>
                <a:cs typeface="Arial"/>
                <a:sym typeface="Arial"/>
              </a:rPr>
              <a:t>Wheelbase: Có tương quan mạnh với giá cũng cho thấy sự liên hệ tương tự giữa chiều dài cơ sở và giá. Xe có cơ sở lớn hơn thường lớn hơn và có thể cao cấp hơn.</a:t>
            </a:r>
            <a:endParaRPr/>
          </a:p>
          <a:p>
            <a:pPr indent="0" lvl="0" marL="0" marR="0" rtl="0" algn="l">
              <a:lnSpc>
                <a:spcPct val="170031"/>
              </a:lnSpc>
              <a:spcBef>
                <a:spcPts val="0"/>
              </a:spcBef>
              <a:spcAft>
                <a:spcPts val="0"/>
              </a:spcAft>
              <a:buNone/>
            </a:pPr>
            <a:r>
              <a:rPr b="1" i="0" lang="en-US" sz="2249" u="none" cap="none" strike="noStrike">
                <a:solidFill>
                  <a:srgbClr val="000000"/>
                </a:solidFill>
                <a:latin typeface="Arial"/>
                <a:ea typeface="Arial"/>
                <a:cs typeface="Arial"/>
                <a:sym typeface="Arial"/>
              </a:rPr>
              <a:t>CarLength, CarWidth: Mối liên hệ dương ở mức vừa phải với giá cho thấy chiều dài và chiều rộng của xe có thể ảnh hưởng đến giá, cho thấy xe lớn hơn thường có giá cao hơn.</a:t>
            </a:r>
            <a:endParaRPr/>
          </a:p>
          <a:p>
            <a:pPr indent="0" lvl="0" marL="0" marR="0" rtl="0" algn="l">
              <a:lnSpc>
                <a:spcPct val="162472"/>
              </a:lnSpc>
              <a:spcBef>
                <a:spcPts val="0"/>
              </a:spcBef>
              <a:spcAft>
                <a:spcPts val="0"/>
              </a:spcAft>
              <a:buNone/>
            </a:pPr>
            <a:r>
              <a:t/>
            </a:r>
            <a:endParaRPr b="1" i="0" sz="2249" u="none" cap="none" strike="noStrike">
              <a:solidFill>
                <a:srgbClr val="000000"/>
              </a:solidFill>
              <a:latin typeface="Arial"/>
              <a:ea typeface="Arial"/>
              <a:cs typeface="Arial"/>
              <a:sym typeface="Arial"/>
            </a:endParaRPr>
          </a:p>
          <a:p>
            <a:pPr indent="0" lvl="0" marL="0" marR="0" rtl="0" algn="l">
              <a:lnSpc>
                <a:spcPct val="170000"/>
              </a:lnSpc>
              <a:spcBef>
                <a:spcPts val="0"/>
              </a:spcBef>
              <a:spcAft>
                <a:spcPts val="0"/>
              </a:spcAft>
              <a:buNone/>
            </a:pPr>
            <a:r>
              <a:rPr b="1" i="0" lang="en-US" sz="3000" u="none" cap="none" strike="noStrike">
                <a:solidFill>
                  <a:srgbClr val="000000"/>
                </a:solidFill>
                <a:latin typeface="Arial"/>
                <a:ea typeface="Arial"/>
                <a:cs typeface="Arial"/>
                <a:sym typeface="Arial"/>
              </a:rPr>
              <a:t>2. Các biến có thể tương tác với nhau để ảnh hưởng đến giá:</a:t>
            </a:r>
            <a:endParaRPr/>
          </a:p>
          <a:p>
            <a:pPr indent="0" lvl="0" marL="0" marR="0" rtl="0" algn="l">
              <a:lnSpc>
                <a:spcPct val="170031"/>
              </a:lnSpc>
              <a:spcBef>
                <a:spcPts val="0"/>
              </a:spcBef>
              <a:spcAft>
                <a:spcPts val="0"/>
              </a:spcAft>
              <a:buNone/>
            </a:pPr>
            <a:r>
              <a:rPr b="1" i="0" lang="en-US" sz="2249" u="none" cap="none" strike="noStrike">
                <a:solidFill>
                  <a:srgbClr val="000000"/>
                </a:solidFill>
                <a:latin typeface="Arial"/>
                <a:ea typeface="Arial"/>
                <a:cs typeface="Arial"/>
                <a:sym typeface="Arial"/>
              </a:rPr>
              <a:t>CarLength, CarWidth, Wheelbase: 3 biến này có mối tương quan mạnh với nhau và cùng có tương quan dương với giá. Có thể kết hợp chúng thành một biến mới </a:t>
            </a:r>
            <a:endParaRPr/>
          </a:p>
          <a:p>
            <a:pPr indent="0" lvl="0" marL="0" marR="0" rtl="0" algn="l">
              <a:lnSpc>
                <a:spcPct val="170031"/>
              </a:lnSpc>
              <a:spcBef>
                <a:spcPts val="0"/>
              </a:spcBef>
              <a:spcAft>
                <a:spcPts val="0"/>
              </a:spcAft>
              <a:buNone/>
            </a:pPr>
            <a:r>
              <a:rPr b="1" i="0" lang="en-US" sz="2249" u="none" cap="none" strike="noStrike">
                <a:solidFill>
                  <a:srgbClr val="000000"/>
                </a:solidFill>
                <a:latin typeface="Arial"/>
                <a:ea typeface="Arial"/>
                <a:cs typeface="Arial"/>
                <a:sym typeface="Arial"/>
              </a:rPr>
              <a:t>EngineSize và Horsepower: Hai biến này có mối tương quan dương ở mức vừa phải, cho thấy xe có động cơ lớn hơn thường có công suất cao hơn, dẫn đến giá cao hơn.</a:t>
            </a:r>
            <a:endParaRPr/>
          </a:p>
          <a:p>
            <a:pPr indent="0" lvl="0" marL="0" marR="0" rtl="0" algn="l">
              <a:lnSpc>
                <a:spcPct val="170031"/>
              </a:lnSpc>
              <a:spcBef>
                <a:spcPts val="0"/>
              </a:spcBef>
              <a:spcAft>
                <a:spcPts val="0"/>
              </a:spcAft>
              <a:buNone/>
            </a:pPr>
            <a:r>
              <a:t/>
            </a:r>
            <a:endParaRPr b="1" i="0" sz="2249"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grpSp>
        <p:nvGrpSpPr>
          <p:cNvPr id="605" name="Google Shape;605;p9"/>
          <p:cNvGrpSpPr/>
          <p:nvPr/>
        </p:nvGrpSpPr>
        <p:grpSpPr>
          <a:xfrm>
            <a:off x="7977667" y="-1543299"/>
            <a:ext cx="542898" cy="13664400"/>
            <a:chOff x="-630191" y="0"/>
            <a:chExt cx="723867" cy="18219200"/>
          </a:xfrm>
        </p:grpSpPr>
        <p:grpSp>
          <p:nvGrpSpPr>
            <p:cNvPr id="606" name="Google Shape;606;p9"/>
            <p:cNvGrpSpPr/>
            <p:nvPr/>
          </p:nvGrpSpPr>
          <p:grpSpPr>
            <a:xfrm rot="-5400000">
              <a:off x="-1662258" y="16463266"/>
              <a:ext cx="2788000" cy="723867"/>
              <a:chOff x="0" y="-123825"/>
              <a:chExt cx="547795" cy="142231"/>
            </a:xfrm>
          </p:grpSpPr>
          <p:sp>
            <p:nvSpPr>
              <p:cNvPr id="607" name="Google Shape;607;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08" name="Google Shape;608;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09" name="Google Shape;609;p9"/>
            <p:cNvGrpSpPr/>
            <p:nvPr/>
          </p:nvGrpSpPr>
          <p:grpSpPr>
            <a:xfrm rot="-5400000">
              <a:off x="-1662258" y="4892866"/>
              <a:ext cx="2788000" cy="723867"/>
              <a:chOff x="0" y="-123825"/>
              <a:chExt cx="547795" cy="142231"/>
            </a:xfrm>
          </p:grpSpPr>
          <p:sp>
            <p:nvSpPr>
              <p:cNvPr id="610" name="Google Shape;610;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11" name="Google Shape;611;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12" name="Google Shape;612;p9"/>
            <p:cNvGrpSpPr/>
            <p:nvPr/>
          </p:nvGrpSpPr>
          <p:grpSpPr>
            <a:xfrm rot="-5400000">
              <a:off x="-1662258" y="1032066"/>
              <a:ext cx="2788000" cy="723867"/>
              <a:chOff x="0" y="-123825"/>
              <a:chExt cx="547795" cy="142231"/>
            </a:xfrm>
          </p:grpSpPr>
          <p:sp>
            <p:nvSpPr>
              <p:cNvPr id="613" name="Google Shape;613;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14" name="Google Shape;614;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15" name="Google Shape;615;p9"/>
            <p:cNvGrpSpPr/>
            <p:nvPr/>
          </p:nvGrpSpPr>
          <p:grpSpPr>
            <a:xfrm rot="-5400000">
              <a:off x="-1662258" y="8747666"/>
              <a:ext cx="2788000" cy="723867"/>
              <a:chOff x="0" y="-123825"/>
              <a:chExt cx="547795" cy="142231"/>
            </a:xfrm>
          </p:grpSpPr>
          <p:sp>
            <p:nvSpPr>
              <p:cNvPr id="616" name="Google Shape;616;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17" name="Google Shape;617;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18" name="Google Shape;618;p9"/>
            <p:cNvGrpSpPr/>
            <p:nvPr/>
          </p:nvGrpSpPr>
          <p:grpSpPr>
            <a:xfrm rot="-5400000">
              <a:off x="-1662258" y="12636866"/>
              <a:ext cx="2788000" cy="723867"/>
              <a:chOff x="0" y="-123825"/>
              <a:chExt cx="547795" cy="142231"/>
            </a:xfrm>
          </p:grpSpPr>
          <p:sp>
            <p:nvSpPr>
              <p:cNvPr id="619" name="Google Shape;619;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20" name="Google Shape;620;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621" name="Google Shape;621;p9"/>
          <p:cNvGrpSpPr/>
          <p:nvPr/>
        </p:nvGrpSpPr>
        <p:grpSpPr>
          <a:xfrm>
            <a:off x="11235523" y="-1688700"/>
            <a:ext cx="542898" cy="13664400"/>
            <a:chOff x="-630191" y="0"/>
            <a:chExt cx="723867" cy="18219200"/>
          </a:xfrm>
        </p:grpSpPr>
        <p:grpSp>
          <p:nvGrpSpPr>
            <p:cNvPr id="622" name="Google Shape;622;p9"/>
            <p:cNvGrpSpPr/>
            <p:nvPr/>
          </p:nvGrpSpPr>
          <p:grpSpPr>
            <a:xfrm rot="-5400000">
              <a:off x="-1662258" y="16463266"/>
              <a:ext cx="2788000" cy="723867"/>
              <a:chOff x="0" y="-123825"/>
              <a:chExt cx="547795" cy="142231"/>
            </a:xfrm>
          </p:grpSpPr>
          <p:sp>
            <p:nvSpPr>
              <p:cNvPr id="623" name="Google Shape;623;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24" name="Google Shape;624;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25" name="Google Shape;625;p9"/>
            <p:cNvGrpSpPr/>
            <p:nvPr/>
          </p:nvGrpSpPr>
          <p:grpSpPr>
            <a:xfrm rot="-5400000">
              <a:off x="-1662258" y="4892866"/>
              <a:ext cx="2788000" cy="723867"/>
              <a:chOff x="0" y="-123825"/>
              <a:chExt cx="547795" cy="142231"/>
            </a:xfrm>
          </p:grpSpPr>
          <p:sp>
            <p:nvSpPr>
              <p:cNvPr id="626" name="Google Shape;626;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27" name="Google Shape;627;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28" name="Google Shape;628;p9"/>
            <p:cNvGrpSpPr/>
            <p:nvPr/>
          </p:nvGrpSpPr>
          <p:grpSpPr>
            <a:xfrm rot="-5400000">
              <a:off x="-1662258" y="1032066"/>
              <a:ext cx="2788000" cy="723867"/>
              <a:chOff x="0" y="-123825"/>
              <a:chExt cx="547795" cy="142231"/>
            </a:xfrm>
          </p:grpSpPr>
          <p:sp>
            <p:nvSpPr>
              <p:cNvPr id="629" name="Google Shape;629;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30" name="Google Shape;630;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31" name="Google Shape;631;p9"/>
            <p:cNvGrpSpPr/>
            <p:nvPr/>
          </p:nvGrpSpPr>
          <p:grpSpPr>
            <a:xfrm rot="-5400000">
              <a:off x="-1662258" y="8747666"/>
              <a:ext cx="2788000" cy="723867"/>
              <a:chOff x="0" y="-123825"/>
              <a:chExt cx="547795" cy="142231"/>
            </a:xfrm>
          </p:grpSpPr>
          <p:sp>
            <p:nvSpPr>
              <p:cNvPr id="632" name="Google Shape;632;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33" name="Google Shape;633;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634" name="Google Shape;634;p9"/>
          <p:cNvGrpSpPr/>
          <p:nvPr/>
        </p:nvGrpSpPr>
        <p:grpSpPr>
          <a:xfrm rot="-5400000">
            <a:off x="10905687" y="4826365"/>
            <a:ext cx="12020550" cy="634269"/>
            <a:chOff x="0" y="-123825"/>
            <a:chExt cx="3165906" cy="167051"/>
          </a:xfrm>
        </p:grpSpPr>
        <p:sp>
          <p:nvSpPr>
            <p:cNvPr id="635" name="Google Shape;635;p9"/>
            <p:cNvSpPr/>
            <p:nvPr/>
          </p:nvSpPr>
          <p:spPr>
            <a:xfrm>
              <a:off x="0" y="0"/>
              <a:ext cx="3165906" cy="43226"/>
            </a:xfrm>
            <a:custGeom>
              <a:rect b="b" l="l" r="r" t="t"/>
              <a:pathLst>
                <a:path extrusionOk="0" h="43226" w="3165906">
                  <a:moveTo>
                    <a:pt x="0" y="0"/>
                  </a:moveTo>
                  <a:lnTo>
                    <a:pt x="3165906" y="0"/>
                  </a:lnTo>
                  <a:lnTo>
                    <a:pt x="3165906" y="43226"/>
                  </a:lnTo>
                  <a:lnTo>
                    <a:pt x="0" y="43226"/>
                  </a:lnTo>
                  <a:close/>
                </a:path>
              </a:pathLst>
            </a:custGeom>
            <a:solidFill>
              <a:srgbClr val="FFDD8C"/>
            </a:solidFill>
            <a:ln>
              <a:noFill/>
            </a:ln>
          </p:spPr>
        </p:sp>
        <p:sp>
          <p:nvSpPr>
            <p:cNvPr id="636" name="Google Shape;636;p9"/>
            <p:cNvSpPr txBox="1"/>
            <p:nvPr/>
          </p:nvSpPr>
          <p:spPr>
            <a:xfrm>
              <a:off x="0" y="-123825"/>
              <a:ext cx="3165906" cy="16705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37" name="Google Shape;637;p9"/>
          <p:cNvGrpSpPr/>
          <p:nvPr/>
        </p:nvGrpSpPr>
        <p:grpSpPr>
          <a:xfrm rot="-5400000">
            <a:off x="12153527" y="3979558"/>
            <a:ext cx="11215802" cy="2161081"/>
            <a:chOff x="0" y="-123825"/>
            <a:chExt cx="2953956" cy="569174"/>
          </a:xfrm>
        </p:grpSpPr>
        <p:sp>
          <p:nvSpPr>
            <p:cNvPr id="638" name="Google Shape;638;p9"/>
            <p:cNvSpPr/>
            <p:nvPr/>
          </p:nvSpPr>
          <p:spPr>
            <a:xfrm>
              <a:off x="0" y="0"/>
              <a:ext cx="2953956" cy="445349"/>
            </a:xfrm>
            <a:custGeom>
              <a:rect b="b" l="l" r="r" t="t"/>
              <a:pathLst>
                <a:path extrusionOk="0" h="445349" w="2953956">
                  <a:moveTo>
                    <a:pt x="0" y="0"/>
                  </a:moveTo>
                  <a:lnTo>
                    <a:pt x="2953956" y="0"/>
                  </a:lnTo>
                  <a:lnTo>
                    <a:pt x="2953956" y="445349"/>
                  </a:lnTo>
                  <a:lnTo>
                    <a:pt x="0" y="445349"/>
                  </a:lnTo>
                  <a:close/>
                </a:path>
              </a:pathLst>
            </a:custGeom>
            <a:solidFill>
              <a:srgbClr val="F5F1DC"/>
            </a:solidFill>
            <a:ln>
              <a:noFill/>
            </a:ln>
          </p:spPr>
        </p:sp>
        <p:sp>
          <p:nvSpPr>
            <p:cNvPr id="639" name="Google Shape;639;p9"/>
            <p:cNvSpPr txBox="1"/>
            <p:nvPr/>
          </p:nvSpPr>
          <p:spPr>
            <a:xfrm>
              <a:off x="0" y="-123825"/>
              <a:ext cx="2953956" cy="569174"/>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40" name="Google Shape;640;p9"/>
          <p:cNvGrpSpPr/>
          <p:nvPr/>
        </p:nvGrpSpPr>
        <p:grpSpPr>
          <a:xfrm>
            <a:off x="14782698" y="-1536300"/>
            <a:ext cx="542898" cy="13664400"/>
            <a:chOff x="-630191" y="0"/>
            <a:chExt cx="723867" cy="18219200"/>
          </a:xfrm>
        </p:grpSpPr>
        <p:grpSp>
          <p:nvGrpSpPr>
            <p:cNvPr id="641" name="Google Shape;641;p9"/>
            <p:cNvGrpSpPr/>
            <p:nvPr/>
          </p:nvGrpSpPr>
          <p:grpSpPr>
            <a:xfrm rot="-5400000">
              <a:off x="-1662258" y="16463266"/>
              <a:ext cx="2788000" cy="723867"/>
              <a:chOff x="0" y="-123825"/>
              <a:chExt cx="547795" cy="142231"/>
            </a:xfrm>
          </p:grpSpPr>
          <p:sp>
            <p:nvSpPr>
              <p:cNvPr id="642" name="Google Shape;642;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43" name="Google Shape;643;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44" name="Google Shape;644;p9"/>
            <p:cNvGrpSpPr/>
            <p:nvPr/>
          </p:nvGrpSpPr>
          <p:grpSpPr>
            <a:xfrm rot="-5400000">
              <a:off x="-1662258" y="4892866"/>
              <a:ext cx="2788000" cy="723867"/>
              <a:chOff x="0" y="-123825"/>
              <a:chExt cx="547795" cy="142231"/>
            </a:xfrm>
          </p:grpSpPr>
          <p:sp>
            <p:nvSpPr>
              <p:cNvPr id="645" name="Google Shape;645;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46" name="Google Shape;646;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47" name="Google Shape;647;p9"/>
            <p:cNvGrpSpPr/>
            <p:nvPr/>
          </p:nvGrpSpPr>
          <p:grpSpPr>
            <a:xfrm rot="-5400000">
              <a:off x="-1662258" y="1032066"/>
              <a:ext cx="2788000" cy="723867"/>
              <a:chOff x="0" y="-123825"/>
              <a:chExt cx="547795" cy="142231"/>
            </a:xfrm>
          </p:grpSpPr>
          <p:sp>
            <p:nvSpPr>
              <p:cNvPr id="648" name="Google Shape;648;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49" name="Google Shape;649;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50" name="Google Shape;650;p9"/>
            <p:cNvGrpSpPr/>
            <p:nvPr/>
          </p:nvGrpSpPr>
          <p:grpSpPr>
            <a:xfrm rot="-5400000">
              <a:off x="-1662258" y="8747666"/>
              <a:ext cx="2788000" cy="723867"/>
              <a:chOff x="0" y="-123825"/>
              <a:chExt cx="547795" cy="142231"/>
            </a:xfrm>
          </p:grpSpPr>
          <p:sp>
            <p:nvSpPr>
              <p:cNvPr id="651" name="Google Shape;651;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52" name="Google Shape;652;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53" name="Google Shape;653;p9"/>
            <p:cNvGrpSpPr/>
            <p:nvPr/>
          </p:nvGrpSpPr>
          <p:grpSpPr>
            <a:xfrm rot="-5400000">
              <a:off x="-1662258" y="12636866"/>
              <a:ext cx="2788000" cy="723867"/>
              <a:chOff x="0" y="-123825"/>
              <a:chExt cx="547795" cy="142231"/>
            </a:xfrm>
          </p:grpSpPr>
          <p:sp>
            <p:nvSpPr>
              <p:cNvPr id="654" name="Google Shape;654;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55" name="Google Shape;655;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656" name="Google Shape;656;p9"/>
          <p:cNvGrpSpPr/>
          <p:nvPr/>
        </p:nvGrpSpPr>
        <p:grpSpPr>
          <a:xfrm rot="-5400000">
            <a:off x="963081" y="4872051"/>
            <a:ext cx="13664400" cy="542898"/>
            <a:chOff x="0" y="-630192"/>
            <a:chExt cx="18219200" cy="723867"/>
          </a:xfrm>
        </p:grpSpPr>
        <p:grpSp>
          <p:nvGrpSpPr>
            <p:cNvPr id="657" name="Google Shape;657;p9"/>
            <p:cNvGrpSpPr/>
            <p:nvPr/>
          </p:nvGrpSpPr>
          <p:grpSpPr>
            <a:xfrm>
              <a:off x="0" y="-630192"/>
              <a:ext cx="2788000" cy="723867"/>
              <a:chOff x="0" y="-123825"/>
              <a:chExt cx="547795" cy="142231"/>
            </a:xfrm>
          </p:grpSpPr>
          <p:sp>
            <p:nvSpPr>
              <p:cNvPr id="658" name="Google Shape;658;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59" name="Google Shape;659;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60" name="Google Shape;660;p9"/>
            <p:cNvGrpSpPr/>
            <p:nvPr/>
          </p:nvGrpSpPr>
          <p:grpSpPr>
            <a:xfrm>
              <a:off x="11570400" y="-630192"/>
              <a:ext cx="2788000" cy="723867"/>
              <a:chOff x="0" y="-123825"/>
              <a:chExt cx="547795" cy="142231"/>
            </a:xfrm>
          </p:grpSpPr>
          <p:sp>
            <p:nvSpPr>
              <p:cNvPr id="661" name="Google Shape;661;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62" name="Google Shape;662;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63" name="Google Shape;663;p9"/>
            <p:cNvGrpSpPr/>
            <p:nvPr/>
          </p:nvGrpSpPr>
          <p:grpSpPr>
            <a:xfrm>
              <a:off x="3860800" y="-630192"/>
              <a:ext cx="2788000" cy="723867"/>
              <a:chOff x="0" y="-123825"/>
              <a:chExt cx="547795" cy="142231"/>
            </a:xfrm>
          </p:grpSpPr>
          <p:sp>
            <p:nvSpPr>
              <p:cNvPr id="664" name="Google Shape;664;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65" name="Google Shape;665;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66" name="Google Shape;666;p9"/>
            <p:cNvGrpSpPr/>
            <p:nvPr/>
          </p:nvGrpSpPr>
          <p:grpSpPr>
            <a:xfrm>
              <a:off x="15431200" y="-630192"/>
              <a:ext cx="2788000" cy="723867"/>
              <a:chOff x="0" y="-123825"/>
              <a:chExt cx="547795" cy="142231"/>
            </a:xfrm>
          </p:grpSpPr>
          <p:sp>
            <p:nvSpPr>
              <p:cNvPr id="667" name="Google Shape;667;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68" name="Google Shape;668;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69" name="Google Shape;669;p9"/>
            <p:cNvGrpSpPr/>
            <p:nvPr/>
          </p:nvGrpSpPr>
          <p:grpSpPr>
            <a:xfrm>
              <a:off x="7715600" y="-630192"/>
              <a:ext cx="2788000" cy="723867"/>
              <a:chOff x="0" y="-123825"/>
              <a:chExt cx="547795" cy="142231"/>
            </a:xfrm>
          </p:grpSpPr>
          <p:sp>
            <p:nvSpPr>
              <p:cNvPr id="670" name="Google Shape;670;p9"/>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671" name="Google Shape;671;p9"/>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672" name="Google Shape;672;p9"/>
          <p:cNvSpPr/>
          <p:nvPr/>
        </p:nvSpPr>
        <p:spPr>
          <a:xfrm>
            <a:off x="5286657" y="2977036"/>
            <a:ext cx="11301259" cy="1440911"/>
          </a:xfrm>
          <a:custGeom>
            <a:rect b="b" l="l" r="r" t="t"/>
            <a:pathLst>
              <a:path extrusionOk="0" h="1440911" w="11301259">
                <a:moveTo>
                  <a:pt x="0" y="0"/>
                </a:moveTo>
                <a:lnTo>
                  <a:pt x="11301259" y="0"/>
                </a:lnTo>
                <a:lnTo>
                  <a:pt x="11301259" y="1440910"/>
                </a:lnTo>
                <a:lnTo>
                  <a:pt x="0" y="1440910"/>
                </a:lnTo>
                <a:lnTo>
                  <a:pt x="0" y="0"/>
                </a:lnTo>
                <a:close/>
              </a:path>
            </a:pathLst>
          </a:custGeom>
          <a:blipFill rotWithShape="1">
            <a:blip r:embed="rId3">
              <a:alphaModFix/>
            </a:blip>
            <a:stretch>
              <a:fillRect b="0" l="0" r="0" t="0"/>
            </a:stretch>
          </a:blipFill>
          <a:ln>
            <a:noFill/>
          </a:ln>
        </p:spPr>
      </p:sp>
      <p:sp>
        <p:nvSpPr>
          <p:cNvPr id="673" name="Google Shape;673;p9"/>
          <p:cNvSpPr/>
          <p:nvPr/>
        </p:nvSpPr>
        <p:spPr>
          <a:xfrm>
            <a:off x="9350407" y="4795475"/>
            <a:ext cx="3173759" cy="5491525"/>
          </a:xfrm>
          <a:custGeom>
            <a:rect b="b" l="l" r="r" t="t"/>
            <a:pathLst>
              <a:path extrusionOk="0" h="5491525" w="3173759">
                <a:moveTo>
                  <a:pt x="0" y="0"/>
                </a:moveTo>
                <a:lnTo>
                  <a:pt x="3173759" y="0"/>
                </a:lnTo>
                <a:lnTo>
                  <a:pt x="3173759" y="5491525"/>
                </a:lnTo>
                <a:lnTo>
                  <a:pt x="0" y="5491525"/>
                </a:lnTo>
                <a:lnTo>
                  <a:pt x="0" y="0"/>
                </a:lnTo>
                <a:close/>
              </a:path>
            </a:pathLst>
          </a:custGeom>
          <a:blipFill rotWithShape="1">
            <a:blip r:embed="rId4">
              <a:alphaModFix/>
            </a:blip>
            <a:stretch>
              <a:fillRect b="0" l="0" r="0" t="0"/>
            </a:stretch>
          </a:blipFill>
          <a:ln>
            <a:noFill/>
          </a:ln>
        </p:spPr>
      </p:sp>
      <p:grpSp>
        <p:nvGrpSpPr>
          <p:cNvPr id="674" name="Google Shape;674;p9"/>
          <p:cNvGrpSpPr/>
          <p:nvPr/>
        </p:nvGrpSpPr>
        <p:grpSpPr>
          <a:xfrm>
            <a:off x="4980630" y="5744310"/>
            <a:ext cx="3086100" cy="3086100"/>
            <a:chOff x="0" y="0"/>
            <a:chExt cx="812800" cy="812800"/>
          </a:xfrm>
        </p:grpSpPr>
        <p:sp>
          <p:nvSpPr>
            <p:cNvPr id="675" name="Google Shape;675;p9"/>
            <p:cNvSpPr/>
            <p:nvPr/>
          </p:nvSpPr>
          <p:spPr>
            <a:xfrm>
              <a:off x="0" y="0"/>
              <a:ext cx="812800" cy="812800"/>
            </a:xfrm>
            <a:custGeom>
              <a:rect b="b" l="l" r="r" t="t"/>
              <a:pathLst>
                <a:path extrusionOk="0"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BDDC40"/>
            </a:solidFill>
            <a:ln>
              <a:noFill/>
            </a:ln>
          </p:spPr>
        </p:sp>
        <p:sp>
          <p:nvSpPr>
            <p:cNvPr id="676" name="Google Shape;676;p9"/>
            <p:cNvSpPr txBox="1"/>
            <p:nvPr/>
          </p:nvSpPr>
          <p:spPr>
            <a:xfrm>
              <a:off x="0" y="79375"/>
              <a:ext cx="711200" cy="530225"/>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77" name="Google Shape;677;p9"/>
          <p:cNvSpPr txBox="1"/>
          <p:nvPr/>
        </p:nvSpPr>
        <p:spPr>
          <a:xfrm>
            <a:off x="3507079" y="990600"/>
            <a:ext cx="11273842" cy="832272"/>
          </a:xfrm>
          <a:prstGeom prst="rect">
            <a:avLst/>
          </a:prstGeom>
          <a:noFill/>
          <a:ln>
            <a:noFill/>
          </a:ln>
        </p:spPr>
        <p:txBody>
          <a:bodyPr anchorCtr="0" anchor="t" bIns="0" lIns="0" spcFirstLastPara="1" rIns="0" wrap="square" tIns="0">
            <a:spAutoFit/>
          </a:bodyPr>
          <a:lstStyle/>
          <a:p>
            <a:pPr indent="0" lvl="0" marL="0" marR="0" rtl="0" algn="ctr">
              <a:lnSpc>
                <a:spcPct val="128007"/>
              </a:lnSpc>
              <a:spcBef>
                <a:spcPts val="0"/>
              </a:spcBef>
              <a:spcAft>
                <a:spcPts val="0"/>
              </a:spcAft>
              <a:buNone/>
            </a:pPr>
            <a:r>
              <a:rPr b="1" i="0" lang="en-US" sz="5270" u="none" cap="none" strike="noStrike">
                <a:solidFill>
                  <a:srgbClr val="F88219"/>
                </a:solidFill>
                <a:latin typeface="Arial"/>
                <a:ea typeface="Arial"/>
                <a:cs typeface="Arial"/>
                <a:sym typeface="Arial"/>
              </a:rPr>
              <a:t>Tương quan giữa các biến</a:t>
            </a:r>
            <a:endParaRPr/>
          </a:p>
        </p:txBody>
      </p:sp>
      <p:sp>
        <p:nvSpPr>
          <p:cNvPr id="678" name="Google Shape;678;p9"/>
          <p:cNvSpPr txBox="1"/>
          <p:nvPr/>
        </p:nvSpPr>
        <p:spPr>
          <a:xfrm>
            <a:off x="553720" y="1775247"/>
            <a:ext cx="4170962" cy="3796863"/>
          </a:xfrm>
          <a:prstGeom prst="rect">
            <a:avLst/>
          </a:prstGeom>
          <a:noFill/>
          <a:ln>
            <a:noFill/>
          </a:ln>
        </p:spPr>
        <p:txBody>
          <a:bodyPr anchorCtr="0" anchor="t" bIns="0" lIns="0" spcFirstLastPara="1" rIns="0" wrap="square" tIns="0">
            <a:spAutoFit/>
          </a:bodyPr>
          <a:lstStyle/>
          <a:p>
            <a:pPr indent="0" lvl="0" marL="0" marR="0" rtl="0" algn="l">
              <a:lnSpc>
                <a:spcPct val="21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lnSpc>
                <a:spcPct val="21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lnSpc>
                <a:spcPct val="139992"/>
              </a:lnSpc>
              <a:spcBef>
                <a:spcPts val="0"/>
              </a:spcBef>
              <a:spcAft>
                <a:spcPts val="0"/>
              </a:spcAft>
              <a:buNone/>
            </a:pPr>
            <a:r>
              <a:rPr b="0" i="0" lang="en-US" sz="2703" u="none" cap="none" strike="noStrike">
                <a:solidFill>
                  <a:srgbClr val="000000"/>
                </a:solidFill>
                <a:latin typeface="Arial"/>
                <a:ea typeface="Arial"/>
                <a:cs typeface="Arial"/>
                <a:sym typeface="Arial"/>
              </a:rPr>
              <a:t>Để tìm hiểu rõ hơn thì xem các biến có ảnh hưởng mạnh tới giá cả trong biểu đồ heatmap vừa rồi</a:t>
            </a:r>
            <a:endParaRPr/>
          </a:p>
          <a:p>
            <a:pPr indent="0" lvl="0" marL="0" marR="0" rtl="0" algn="l">
              <a:lnSpc>
                <a:spcPct val="139992"/>
              </a:lnSpc>
              <a:spcBef>
                <a:spcPts val="0"/>
              </a:spcBef>
              <a:spcAft>
                <a:spcPts val="0"/>
              </a:spcAft>
              <a:buNone/>
            </a:pPr>
            <a:r>
              <a:t/>
            </a:r>
            <a:endParaRPr b="0" i="0" sz="2703" u="none" cap="none" strike="noStrike">
              <a:solidFill>
                <a:srgbClr val="000000"/>
              </a:solidFill>
              <a:latin typeface="Arial"/>
              <a:ea typeface="Arial"/>
              <a:cs typeface="Arial"/>
              <a:sym typeface="Arial"/>
            </a:endParaRPr>
          </a:p>
          <a:p>
            <a:pPr indent="0" lvl="0" marL="0" marR="0" rtl="0" algn="l">
              <a:lnSpc>
                <a:spcPct val="139992"/>
              </a:lnSpc>
              <a:spcBef>
                <a:spcPts val="0"/>
              </a:spcBef>
              <a:spcAft>
                <a:spcPts val="0"/>
              </a:spcAft>
              <a:buNone/>
            </a:pPr>
            <a:r>
              <a:t/>
            </a:r>
            <a:endParaRPr b="0" i="0" sz="2703" u="none" cap="none" strike="noStrike">
              <a:solidFill>
                <a:srgbClr val="000000"/>
              </a:solidFill>
              <a:latin typeface="Arial"/>
              <a:ea typeface="Arial"/>
              <a:cs typeface="Arial"/>
              <a:sym typeface="Arial"/>
            </a:endParaRPr>
          </a:p>
        </p:txBody>
      </p:sp>
      <p:sp>
        <p:nvSpPr>
          <p:cNvPr id="679" name="Google Shape;679;p9"/>
          <p:cNvSpPr txBox="1"/>
          <p:nvPr/>
        </p:nvSpPr>
        <p:spPr>
          <a:xfrm>
            <a:off x="774541" y="6831166"/>
            <a:ext cx="4170962" cy="456194"/>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b="0" i="0" lang="en-US" sz="2703" u="none" cap="none" strike="noStrike">
                <a:solidFill>
                  <a:srgbClr val="000000"/>
                </a:solidFill>
                <a:latin typeface="Arial"/>
                <a:ea typeface="Arial"/>
                <a:cs typeface="Arial"/>
                <a:sym typeface="Arial"/>
              </a:rPr>
              <a:t>Đây là kết quả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AD00"/>
        </a:solidFill>
      </p:bgPr>
    </p:bg>
    <p:spTree>
      <p:nvGrpSpPr>
        <p:cNvPr id="683" name="Shape 683"/>
        <p:cNvGrpSpPr/>
        <p:nvPr/>
      </p:nvGrpSpPr>
      <p:grpSpPr>
        <a:xfrm>
          <a:off x="0" y="0"/>
          <a:ext cx="0" cy="0"/>
          <a:chOff x="0" y="0"/>
          <a:chExt cx="0" cy="0"/>
        </a:xfrm>
      </p:grpSpPr>
      <p:sp>
        <p:nvSpPr>
          <p:cNvPr id="684" name="Google Shape;684;p10"/>
          <p:cNvSpPr/>
          <p:nvPr/>
        </p:nvSpPr>
        <p:spPr>
          <a:xfrm>
            <a:off x="7413152" y="0"/>
            <a:ext cx="7312406" cy="6719927"/>
          </a:xfrm>
          <a:custGeom>
            <a:rect b="b" l="l" r="r" t="t"/>
            <a:pathLst>
              <a:path extrusionOk="0" h="6719927" w="7312406">
                <a:moveTo>
                  <a:pt x="0" y="0"/>
                </a:moveTo>
                <a:lnTo>
                  <a:pt x="7312406" y="0"/>
                </a:lnTo>
                <a:lnTo>
                  <a:pt x="7312406" y="6719927"/>
                </a:lnTo>
                <a:lnTo>
                  <a:pt x="0" y="6719927"/>
                </a:lnTo>
                <a:lnTo>
                  <a:pt x="0" y="0"/>
                </a:lnTo>
                <a:close/>
              </a:path>
            </a:pathLst>
          </a:custGeom>
          <a:blipFill rotWithShape="1">
            <a:blip r:embed="rId3">
              <a:alphaModFix/>
            </a:blip>
            <a:stretch>
              <a:fillRect b="-2014" l="0" r="0" t="-20078"/>
            </a:stretch>
          </a:blipFill>
          <a:ln>
            <a:noFill/>
          </a:ln>
        </p:spPr>
      </p:sp>
      <p:grpSp>
        <p:nvGrpSpPr>
          <p:cNvPr id="685" name="Google Shape;685;p10"/>
          <p:cNvGrpSpPr/>
          <p:nvPr/>
        </p:nvGrpSpPr>
        <p:grpSpPr>
          <a:xfrm rot="-5400000">
            <a:off x="-236921" y="-1162029"/>
            <a:ext cx="11215802" cy="11682256"/>
            <a:chOff x="0" y="-123825"/>
            <a:chExt cx="2953956" cy="3076808"/>
          </a:xfrm>
        </p:grpSpPr>
        <p:sp>
          <p:nvSpPr>
            <p:cNvPr id="686" name="Google Shape;686;p10"/>
            <p:cNvSpPr/>
            <p:nvPr/>
          </p:nvSpPr>
          <p:spPr>
            <a:xfrm>
              <a:off x="0" y="0"/>
              <a:ext cx="2953956" cy="2952983"/>
            </a:xfrm>
            <a:custGeom>
              <a:rect b="b" l="l" r="r" t="t"/>
              <a:pathLst>
                <a:path extrusionOk="0" h="2952983" w="2953956">
                  <a:moveTo>
                    <a:pt x="0" y="0"/>
                  </a:moveTo>
                  <a:lnTo>
                    <a:pt x="2953956" y="0"/>
                  </a:lnTo>
                  <a:lnTo>
                    <a:pt x="2953956" y="2952983"/>
                  </a:lnTo>
                  <a:lnTo>
                    <a:pt x="0" y="2952983"/>
                  </a:lnTo>
                  <a:close/>
                </a:path>
              </a:pathLst>
            </a:custGeom>
            <a:solidFill>
              <a:srgbClr val="0B1541"/>
            </a:solidFill>
            <a:ln>
              <a:noFill/>
            </a:ln>
          </p:spPr>
        </p:sp>
        <p:sp>
          <p:nvSpPr>
            <p:cNvPr id="687" name="Google Shape;687;p10"/>
            <p:cNvSpPr txBox="1"/>
            <p:nvPr/>
          </p:nvSpPr>
          <p:spPr>
            <a:xfrm>
              <a:off x="0" y="-123825"/>
              <a:ext cx="2953956" cy="3076808"/>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88" name="Google Shape;688;p10"/>
          <p:cNvSpPr txBox="1"/>
          <p:nvPr/>
        </p:nvSpPr>
        <p:spPr>
          <a:xfrm>
            <a:off x="1720789" y="3617318"/>
            <a:ext cx="7770531" cy="3723541"/>
          </a:xfrm>
          <a:prstGeom prst="rect">
            <a:avLst/>
          </a:prstGeom>
          <a:noFill/>
          <a:ln>
            <a:noFill/>
          </a:ln>
        </p:spPr>
        <p:txBody>
          <a:bodyPr anchorCtr="0" anchor="t" bIns="0" lIns="0" spcFirstLastPara="1" rIns="0" wrap="square" tIns="0">
            <a:spAutoFit/>
          </a:bodyPr>
          <a:lstStyle/>
          <a:p>
            <a:pPr indent="0" lvl="0" marL="0" marR="0" rtl="0" algn="l">
              <a:lnSpc>
                <a:spcPct val="140030"/>
              </a:lnSpc>
              <a:spcBef>
                <a:spcPts val="0"/>
              </a:spcBef>
              <a:spcAft>
                <a:spcPts val="0"/>
              </a:spcAft>
              <a:buNone/>
            </a:pPr>
            <a:r>
              <a:rPr b="0" i="0" lang="en-US" sz="2653" u="none" cap="none" strike="noStrike">
                <a:solidFill>
                  <a:srgbClr val="FFFFFF"/>
                </a:solidFill>
                <a:latin typeface="Arial"/>
                <a:ea typeface="Arial"/>
                <a:cs typeface="Arial"/>
                <a:sym typeface="Arial"/>
              </a:rPr>
              <a:t>Dữ liệu phù hợp: Đối với dữ liệu có mối quan hệ tuyến tính, nên sử dụng Linear Regression có thể cung cấp dự đoán tương đối chính xác. Ví dụ, nếu các biến như tuổi xe và số km đã đi có mối quan hệ tuyến tính với giá xe (giá xe giảm khi các yếu tố này tăng lên), mô hình Linear Regression sẽ hoạt động tốt.</a:t>
            </a:r>
            <a:endParaRPr/>
          </a:p>
          <a:p>
            <a:pPr indent="0" lvl="0" marL="0" marR="0" rtl="0" algn="l">
              <a:lnSpc>
                <a:spcPct val="140030"/>
              </a:lnSpc>
              <a:spcBef>
                <a:spcPts val="0"/>
              </a:spcBef>
              <a:spcAft>
                <a:spcPts val="0"/>
              </a:spcAft>
              <a:buNone/>
            </a:pPr>
            <a:r>
              <a:t/>
            </a:r>
            <a:endParaRPr b="0" i="0" sz="2653" u="none" cap="none" strike="noStrike">
              <a:solidFill>
                <a:srgbClr val="FFFFFF"/>
              </a:solidFill>
              <a:latin typeface="Arial"/>
              <a:ea typeface="Arial"/>
              <a:cs typeface="Arial"/>
              <a:sym typeface="Arial"/>
            </a:endParaRPr>
          </a:p>
        </p:txBody>
      </p:sp>
      <p:sp>
        <p:nvSpPr>
          <p:cNvPr id="689" name="Google Shape;689;p10"/>
          <p:cNvSpPr/>
          <p:nvPr/>
        </p:nvSpPr>
        <p:spPr>
          <a:xfrm>
            <a:off x="9331781" y="4258465"/>
            <a:ext cx="16301121" cy="6164788"/>
          </a:xfrm>
          <a:custGeom>
            <a:rect b="b" l="l" r="r" t="t"/>
            <a:pathLst>
              <a:path extrusionOk="0" h="6164788" w="16301121">
                <a:moveTo>
                  <a:pt x="0" y="0"/>
                </a:moveTo>
                <a:lnTo>
                  <a:pt x="16301121" y="0"/>
                </a:lnTo>
                <a:lnTo>
                  <a:pt x="16301121" y="6164788"/>
                </a:lnTo>
                <a:lnTo>
                  <a:pt x="0" y="6164788"/>
                </a:lnTo>
                <a:lnTo>
                  <a:pt x="0" y="0"/>
                </a:lnTo>
                <a:close/>
              </a:path>
            </a:pathLst>
          </a:custGeom>
          <a:blipFill rotWithShape="1">
            <a:blip r:embed="rId4">
              <a:alphaModFix/>
            </a:blip>
            <a:stretch>
              <a:fillRect b="0" l="0" r="0" t="0"/>
            </a:stretch>
          </a:blipFill>
          <a:ln>
            <a:noFill/>
          </a:ln>
        </p:spPr>
      </p:sp>
      <p:sp>
        <p:nvSpPr>
          <p:cNvPr id="690" name="Google Shape;690;p10"/>
          <p:cNvSpPr/>
          <p:nvPr/>
        </p:nvSpPr>
        <p:spPr>
          <a:xfrm>
            <a:off x="1441937" y="7533825"/>
            <a:ext cx="7315200" cy="2753175"/>
          </a:xfrm>
          <a:custGeom>
            <a:rect b="b" l="l" r="r" t="t"/>
            <a:pathLst>
              <a:path extrusionOk="0" h="2753175" w="7315200">
                <a:moveTo>
                  <a:pt x="0" y="0"/>
                </a:moveTo>
                <a:lnTo>
                  <a:pt x="7315200" y="0"/>
                </a:lnTo>
                <a:lnTo>
                  <a:pt x="7315200" y="2753175"/>
                </a:lnTo>
                <a:lnTo>
                  <a:pt x="0" y="2753175"/>
                </a:lnTo>
                <a:lnTo>
                  <a:pt x="0" y="0"/>
                </a:lnTo>
                <a:close/>
              </a:path>
            </a:pathLst>
          </a:custGeom>
          <a:blipFill rotWithShape="1">
            <a:blip r:embed="rId5">
              <a:alphaModFix/>
            </a:blip>
            <a:stretch>
              <a:fillRect b="0" l="0" r="0" t="0"/>
            </a:stretch>
          </a:blipFill>
          <a:ln>
            <a:noFill/>
          </a:ln>
        </p:spPr>
      </p:sp>
      <p:sp>
        <p:nvSpPr>
          <p:cNvPr id="691" name="Google Shape;691;p10"/>
          <p:cNvSpPr txBox="1"/>
          <p:nvPr/>
        </p:nvSpPr>
        <p:spPr>
          <a:xfrm>
            <a:off x="2229824" y="1500736"/>
            <a:ext cx="6914176" cy="1489075"/>
          </a:xfrm>
          <a:prstGeom prst="rect">
            <a:avLst/>
          </a:prstGeom>
          <a:noFill/>
          <a:ln>
            <a:noFill/>
          </a:ln>
        </p:spPr>
        <p:txBody>
          <a:bodyPr anchorCtr="0" anchor="t" bIns="0" lIns="0" spcFirstLastPara="1" rIns="0" wrap="square" tIns="0">
            <a:spAutoFit/>
          </a:bodyPr>
          <a:lstStyle/>
          <a:p>
            <a:pPr indent="0" lvl="0" marL="0" marR="0" rtl="0" algn="ctr">
              <a:lnSpc>
                <a:spcPct val="117999"/>
              </a:lnSpc>
              <a:spcBef>
                <a:spcPts val="0"/>
              </a:spcBef>
              <a:spcAft>
                <a:spcPts val="0"/>
              </a:spcAft>
              <a:buNone/>
            </a:pPr>
            <a:r>
              <a:rPr b="1" i="0" lang="en-US" sz="5000" u="none" cap="none" strike="noStrike">
                <a:solidFill>
                  <a:srgbClr val="F88219"/>
                </a:solidFill>
                <a:latin typeface="Arial"/>
                <a:ea typeface="Arial"/>
                <a:cs typeface="Arial"/>
                <a:sym typeface="Arial"/>
              </a:rPr>
              <a:t>3.XÂY DỰNG MÔ HÌNH DỰ ĐOÁN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11"/>
          <p:cNvSpPr/>
          <p:nvPr/>
        </p:nvSpPr>
        <p:spPr>
          <a:xfrm>
            <a:off x="10107595" y="2637301"/>
            <a:ext cx="7843946" cy="5804163"/>
          </a:xfrm>
          <a:custGeom>
            <a:rect b="b" l="l" r="r" t="t"/>
            <a:pathLst>
              <a:path extrusionOk="0" h="5804163" w="7843946">
                <a:moveTo>
                  <a:pt x="0" y="0"/>
                </a:moveTo>
                <a:lnTo>
                  <a:pt x="7843946" y="0"/>
                </a:lnTo>
                <a:lnTo>
                  <a:pt x="7843946" y="5804163"/>
                </a:lnTo>
                <a:lnTo>
                  <a:pt x="0" y="5804163"/>
                </a:lnTo>
                <a:lnTo>
                  <a:pt x="0" y="0"/>
                </a:lnTo>
                <a:close/>
              </a:path>
            </a:pathLst>
          </a:custGeom>
          <a:blipFill rotWithShape="1">
            <a:blip r:embed="rId3">
              <a:alphaModFix/>
            </a:blip>
            <a:stretch>
              <a:fillRect b="0" l="-2202" r="-1304" t="-2430"/>
            </a:stretch>
          </a:blipFill>
          <a:ln>
            <a:noFill/>
          </a:ln>
        </p:spPr>
      </p:sp>
      <p:sp>
        <p:nvSpPr>
          <p:cNvPr id="697" name="Google Shape;697;p11"/>
          <p:cNvSpPr txBox="1"/>
          <p:nvPr/>
        </p:nvSpPr>
        <p:spPr>
          <a:xfrm>
            <a:off x="3507079" y="593514"/>
            <a:ext cx="11273842" cy="832272"/>
          </a:xfrm>
          <a:prstGeom prst="rect">
            <a:avLst/>
          </a:prstGeom>
          <a:noFill/>
          <a:ln>
            <a:noFill/>
          </a:ln>
        </p:spPr>
        <p:txBody>
          <a:bodyPr anchorCtr="0" anchor="t" bIns="0" lIns="0" spcFirstLastPara="1" rIns="0" wrap="square" tIns="0">
            <a:spAutoFit/>
          </a:bodyPr>
          <a:lstStyle/>
          <a:p>
            <a:pPr indent="0" lvl="0" marL="0" marR="0" rtl="0" algn="ctr">
              <a:lnSpc>
                <a:spcPct val="128007"/>
              </a:lnSpc>
              <a:spcBef>
                <a:spcPts val="0"/>
              </a:spcBef>
              <a:spcAft>
                <a:spcPts val="0"/>
              </a:spcAft>
              <a:buNone/>
            </a:pPr>
            <a:r>
              <a:rPr b="1" i="0" lang="en-US" sz="5270" u="none" cap="none" strike="noStrike">
                <a:solidFill>
                  <a:srgbClr val="F88219"/>
                </a:solidFill>
                <a:latin typeface="Arial"/>
                <a:ea typeface="Arial"/>
                <a:cs typeface="Arial"/>
                <a:sym typeface="Arial"/>
              </a:rPr>
              <a:t>Mô hình Linear Regression </a:t>
            </a:r>
            <a:endParaRPr/>
          </a:p>
        </p:txBody>
      </p:sp>
      <p:sp>
        <p:nvSpPr>
          <p:cNvPr id="698" name="Google Shape;698;p11"/>
          <p:cNvSpPr txBox="1"/>
          <p:nvPr/>
        </p:nvSpPr>
        <p:spPr>
          <a:xfrm>
            <a:off x="773851" y="2117725"/>
            <a:ext cx="9094167" cy="7140575"/>
          </a:xfrm>
          <a:prstGeom prst="rect">
            <a:avLst/>
          </a:prstGeom>
          <a:noFill/>
          <a:ln>
            <a:noFill/>
          </a:ln>
        </p:spPr>
        <p:txBody>
          <a:bodyPr anchorCtr="0" anchor="t" bIns="0" lIns="0" spcFirstLastPara="1" rIns="0" wrap="square" tIns="0">
            <a:spAutoFit/>
          </a:bodyPr>
          <a:lstStyle/>
          <a:p>
            <a:pPr indent="0" lvl="0" marL="0" marR="0" rtl="0" algn="l">
              <a:lnSpc>
                <a:spcPct val="170000"/>
              </a:lnSpc>
              <a:spcBef>
                <a:spcPts val="0"/>
              </a:spcBef>
              <a:spcAft>
                <a:spcPts val="0"/>
              </a:spcAft>
              <a:buNone/>
            </a:pPr>
            <a:r>
              <a:rPr b="1" i="0" lang="en-US" sz="2600" u="none" cap="none" strike="noStrike">
                <a:solidFill>
                  <a:srgbClr val="000000"/>
                </a:solidFill>
                <a:latin typeface="PT Sans"/>
                <a:ea typeface="PT Sans"/>
                <a:cs typeface="PT Sans"/>
                <a:sym typeface="PT Sans"/>
              </a:rPr>
              <a:t>Biểu đồ scatter plot:</a:t>
            </a:r>
            <a:endParaRPr/>
          </a:p>
          <a:p>
            <a:pPr indent="-280669" lvl="1" marL="561341" marR="0" rtl="0" algn="l">
              <a:lnSpc>
                <a:spcPct val="170000"/>
              </a:lnSpc>
              <a:spcBef>
                <a:spcPts val="0"/>
              </a:spcBef>
              <a:spcAft>
                <a:spcPts val="0"/>
              </a:spcAft>
              <a:buClr>
                <a:srgbClr val="000000"/>
              </a:buClr>
              <a:buSzPts val="2600"/>
              <a:buFont typeface="Arial"/>
              <a:buChar char="•"/>
            </a:pPr>
            <a:r>
              <a:rPr b="1" i="0" lang="en-US" sz="2600" u="none" cap="none" strike="noStrike">
                <a:solidFill>
                  <a:srgbClr val="000000"/>
                </a:solidFill>
                <a:latin typeface="PT Sans"/>
                <a:ea typeface="PT Sans"/>
                <a:cs typeface="PT Sans"/>
                <a:sym typeface="PT Sans"/>
              </a:rPr>
              <a:t>Trục x: Giá thực tế (Actual Charges)</a:t>
            </a:r>
            <a:endParaRPr/>
          </a:p>
          <a:p>
            <a:pPr indent="-280669" lvl="1" marL="561341" marR="0" rtl="0" algn="l">
              <a:lnSpc>
                <a:spcPct val="170000"/>
              </a:lnSpc>
              <a:spcBef>
                <a:spcPts val="0"/>
              </a:spcBef>
              <a:spcAft>
                <a:spcPts val="0"/>
              </a:spcAft>
              <a:buClr>
                <a:srgbClr val="000000"/>
              </a:buClr>
              <a:buSzPts val="2600"/>
              <a:buFont typeface="Arial"/>
              <a:buChar char="•"/>
            </a:pPr>
            <a:r>
              <a:rPr b="1" i="0" lang="en-US" sz="2600" u="none" cap="none" strike="noStrike">
                <a:solidFill>
                  <a:srgbClr val="000000"/>
                </a:solidFill>
                <a:latin typeface="PT Sans"/>
                <a:ea typeface="PT Sans"/>
                <a:cs typeface="PT Sans"/>
                <a:sym typeface="PT Sans"/>
              </a:rPr>
              <a:t>Trục y: Giá dự đoán (Predicted Charges)</a:t>
            </a:r>
            <a:endParaRPr/>
          </a:p>
          <a:p>
            <a:pPr indent="-280669" lvl="1" marL="561341" marR="0" rtl="0" algn="l">
              <a:lnSpc>
                <a:spcPct val="170000"/>
              </a:lnSpc>
              <a:spcBef>
                <a:spcPts val="0"/>
              </a:spcBef>
              <a:spcAft>
                <a:spcPts val="0"/>
              </a:spcAft>
              <a:buClr>
                <a:srgbClr val="000000"/>
              </a:buClr>
              <a:buSzPts val="2600"/>
              <a:buFont typeface="Arial"/>
              <a:buChar char="•"/>
            </a:pPr>
            <a:r>
              <a:rPr b="1" i="0" lang="en-US" sz="2600" u="none" cap="none" strike="noStrike">
                <a:solidFill>
                  <a:srgbClr val="000000"/>
                </a:solidFill>
                <a:latin typeface="PT Sans"/>
                <a:ea typeface="PT Sans"/>
                <a:cs typeface="PT Sans"/>
                <a:sym typeface="PT Sans"/>
              </a:rPr>
              <a:t>Đường chấm đen: Đường dự đoán hoàn hảo (Perfect Prediction)</a:t>
            </a:r>
            <a:endParaRPr/>
          </a:p>
          <a:p>
            <a:pPr indent="-280669" lvl="1" marL="561341" marR="0" rtl="0" algn="l">
              <a:lnSpc>
                <a:spcPct val="170000"/>
              </a:lnSpc>
              <a:spcBef>
                <a:spcPts val="0"/>
              </a:spcBef>
              <a:spcAft>
                <a:spcPts val="0"/>
              </a:spcAft>
              <a:buClr>
                <a:srgbClr val="000000"/>
              </a:buClr>
              <a:buSzPts val="2600"/>
              <a:buFont typeface="Arial"/>
              <a:buChar char="•"/>
            </a:pPr>
            <a:r>
              <a:rPr b="1" i="0" lang="en-US" sz="2600" u="none" cap="none" strike="noStrike">
                <a:solidFill>
                  <a:srgbClr val="000000"/>
                </a:solidFill>
                <a:latin typeface="PT Sans"/>
                <a:ea typeface="PT Sans"/>
                <a:cs typeface="PT Sans"/>
                <a:sym typeface="PT Sans"/>
              </a:rPr>
              <a:t>Các điểm xanh: Các dự đoán của mô hình</a:t>
            </a:r>
            <a:endParaRPr/>
          </a:p>
          <a:p>
            <a:pPr indent="0" lvl="0" marL="0" marR="0" rtl="0" algn="l">
              <a:lnSpc>
                <a:spcPct val="170000"/>
              </a:lnSpc>
              <a:spcBef>
                <a:spcPts val="0"/>
              </a:spcBef>
              <a:spcAft>
                <a:spcPts val="0"/>
              </a:spcAft>
              <a:buNone/>
            </a:pPr>
            <a:r>
              <a:rPr b="1" i="0" lang="en-US" sz="2600" u="none" cap="none" strike="noStrike">
                <a:solidFill>
                  <a:srgbClr val="000000"/>
                </a:solidFill>
                <a:latin typeface="PT Sans"/>
                <a:ea typeface="PT Sans"/>
                <a:cs typeface="PT Sans"/>
                <a:sym typeface="PT Sans"/>
              </a:rPr>
              <a:t>Biểu đồ dự đoán:</a:t>
            </a:r>
            <a:endParaRPr/>
          </a:p>
          <a:p>
            <a:pPr indent="-280669" lvl="1" marL="561341" marR="0" rtl="0" algn="l">
              <a:lnSpc>
                <a:spcPct val="170000"/>
              </a:lnSpc>
              <a:spcBef>
                <a:spcPts val="0"/>
              </a:spcBef>
              <a:spcAft>
                <a:spcPts val="0"/>
              </a:spcAft>
              <a:buClr>
                <a:srgbClr val="000000"/>
              </a:buClr>
              <a:buSzPts val="2600"/>
              <a:buFont typeface="Arial"/>
              <a:buChar char="•"/>
            </a:pPr>
            <a:r>
              <a:rPr b="1" i="0" lang="en-US" sz="2600" u="none" cap="none" strike="noStrike">
                <a:solidFill>
                  <a:srgbClr val="000000"/>
                </a:solidFill>
                <a:latin typeface="PT Sans"/>
                <a:ea typeface="PT Sans"/>
                <a:cs typeface="PT Sans"/>
                <a:sym typeface="PT Sans"/>
              </a:rPr>
              <a:t>Các điểm dự đoán (màu xanh) nằm khá sát đường dự đoán hoàn hảo, cho thấy mô hình có khả năng dự đoán tốt.</a:t>
            </a:r>
            <a:endParaRPr/>
          </a:p>
          <a:p>
            <a:pPr indent="-280669" lvl="1" marL="561341" marR="0" rtl="0" algn="l">
              <a:lnSpc>
                <a:spcPct val="170000"/>
              </a:lnSpc>
              <a:spcBef>
                <a:spcPts val="0"/>
              </a:spcBef>
              <a:spcAft>
                <a:spcPts val="0"/>
              </a:spcAft>
              <a:buClr>
                <a:srgbClr val="000000"/>
              </a:buClr>
              <a:buSzPts val="2600"/>
              <a:buFont typeface="Arial"/>
              <a:buChar char="•"/>
            </a:pPr>
            <a:r>
              <a:rPr b="1" i="0" lang="en-US" sz="2600" u="none" cap="none" strike="noStrike">
                <a:solidFill>
                  <a:srgbClr val="000000"/>
                </a:solidFill>
                <a:latin typeface="PT Sans"/>
                <a:ea typeface="PT Sans"/>
                <a:cs typeface="PT Sans"/>
                <a:sym typeface="PT Sans"/>
              </a:rPr>
              <a:t>Có một vài điểm outlier, đặc biệt ở khoảng giá cao (4.4 - 4.6), mô hình có xu hướng dự đoán thấp hơn giá thực tế.</a:t>
            </a:r>
            <a:endParaRPr/>
          </a:p>
          <a:p>
            <a:pPr indent="0" lvl="0" marL="0" marR="0" rtl="0" algn="l">
              <a:lnSpc>
                <a:spcPct val="170000"/>
              </a:lnSpc>
              <a:spcBef>
                <a:spcPts val="0"/>
              </a:spcBef>
              <a:spcAft>
                <a:spcPts val="0"/>
              </a:spcAft>
              <a:buNone/>
            </a:pPr>
            <a:r>
              <a:t/>
            </a:r>
            <a:endParaRPr b="1" i="0" sz="2600" u="none" cap="none" strike="noStrike">
              <a:solidFill>
                <a:srgbClr val="000000"/>
              </a:solidFill>
              <a:latin typeface="PT Sans"/>
              <a:ea typeface="PT Sans"/>
              <a:cs typeface="PT Sans"/>
              <a:sym typeface="PT Sans"/>
            </a:endParaRPr>
          </a:p>
          <a:p>
            <a:pPr indent="0" lvl="0" marL="0" marR="0" rtl="0" algn="l">
              <a:lnSpc>
                <a:spcPct val="170000"/>
              </a:lnSpc>
              <a:spcBef>
                <a:spcPts val="0"/>
              </a:spcBef>
              <a:spcAft>
                <a:spcPts val="0"/>
              </a:spcAft>
              <a:buNone/>
            </a:pPr>
            <a:r>
              <a:t/>
            </a:r>
            <a:endParaRPr b="1" i="0" sz="2600" u="none" cap="none" strike="noStrike">
              <a:solidFill>
                <a:srgbClr val="000000"/>
              </a:solidFill>
              <a:latin typeface="PT Sans"/>
              <a:ea typeface="PT Sans"/>
              <a:cs typeface="PT Sans"/>
              <a:sym typeface="PT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12"/>
          <p:cNvSpPr/>
          <p:nvPr/>
        </p:nvSpPr>
        <p:spPr>
          <a:xfrm>
            <a:off x="10238757" y="2938038"/>
            <a:ext cx="7844863" cy="5319279"/>
          </a:xfrm>
          <a:custGeom>
            <a:rect b="b" l="l" r="r" t="t"/>
            <a:pathLst>
              <a:path extrusionOk="0" h="5319279" w="7844863">
                <a:moveTo>
                  <a:pt x="0" y="0"/>
                </a:moveTo>
                <a:lnTo>
                  <a:pt x="7844863" y="0"/>
                </a:lnTo>
                <a:lnTo>
                  <a:pt x="7844863" y="5319278"/>
                </a:lnTo>
                <a:lnTo>
                  <a:pt x="0" y="5319278"/>
                </a:lnTo>
                <a:lnTo>
                  <a:pt x="0" y="0"/>
                </a:lnTo>
                <a:close/>
              </a:path>
            </a:pathLst>
          </a:custGeom>
          <a:blipFill rotWithShape="1">
            <a:blip r:embed="rId3">
              <a:alphaModFix/>
            </a:blip>
            <a:stretch>
              <a:fillRect b="0" l="0" r="-18812" t="0"/>
            </a:stretch>
          </a:blipFill>
          <a:ln>
            <a:noFill/>
          </a:ln>
        </p:spPr>
      </p:sp>
      <p:sp>
        <p:nvSpPr>
          <p:cNvPr id="704" name="Google Shape;704;p12"/>
          <p:cNvSpPr txBox="1"/>
          <p:nvPr/>
        </p:nvSpPr>
        <p:spPr>
          <a:xfrm>
            <a:off x="3507079" y="593514"/>
            <a:ext cx="11273842" cy="832272"/>
          </a:xfrm>
          <a:prstGeom prst="rect">
            <a:avLst/>
          </a:prstGeom>
          <a:noFill/>
          <a:ln>
            <a:noFill/>
          </a:ln>
        </p:spPr>
        <p:txBody>
          <a:bodyPr anchorCtr="0" anchor="t" bIns="0" lIns="0" spcFirstLastPara="1" rIns="0" wrap="square" tIns="0">
            <a:spAutoFit/>
          </a:bodyPr>
          <a:lstStyle/>
          <a:p>
            <a:pPr indent="0" lvl="0" marL="0" marR="0" rtl="0" algn="ctr">
              <a:lnSpc>
                <a:spcPct val="128007"/>
              </a:lnSpc>
              <a:spcBef>
                <a:spcPts val="0"/>
              </a:spcBef>
              <a:spcAft>
                <a:spcPts val="0"/>
              </a:spcAft>
              <a:buNone/>
            </a:pPr>
            <a:r>
              <a:rPr b="1" i="0" lang="en-US" sz="5270" u="none" cap="none" strike="noStrike">
                <a:solidFill>
                  <a:srgbClr val="F88219"/>
                </a:solidFill>
                <a:latin typeface="Arial"/>
                <a:ea typeface="Arial"/>
                <a:cs typeface="Arial"/>
                <a:sym typeface="Arial"/>
              </a:rPr>
              <a:t>Mô hình Linear Regression </a:t>
            </a:r>
            <a:endParaRPr/>
          </a:p>
        </p:txBody>
      </p:sp>
      <p:sp>
        <p:nvSpPr>
          <p:cNvPr id="705" name="Google Shape;705;p12"/>
          <p:cNvSpPr txBox="1"/>
          <p:nvPr/>
        </p:nvSpPr>
        <p:spPr>
          <a:xfrm>
            <a:off x="773851" y="2117725"/>
            <a:ext cx="9094167" cy="8245475"/>
          </a:xfrm>
          <a:prstGeom prst="rect">
            <a:avLst/>
          </a:prstGeom>
          <a:noFill/>
          <a:ln>
            <a:noFill/>
          </a:ln>
        </p:spPr>
        <p:txBody>
          <a:bodyPr anchorCtr="0" anchor="t" bIns="0" lIns="0" spcFirstLastPara="1" rIns="0" wrap="square" tIns="0">
            <a:spAutoFit/>
          </a:bodyPr>
          <a:lstStyle/>
          <a:p>
            <a:pPr indent="-280669" lvl="1" marL="561341" marR="0" rtl="0" algn="l">
              <a:lnSpc>
                <a:spcPct val="170000"/>
              </a:lnSpc>
              <a:spcBef>
                <a:spcPts val="0"/>
              </a:spcBef>
              <a:spcAft>
                <a:spcPts val="0"/>
              </a:spcAft>
              <a:buClr>
                <a:srgbClr val="000000"/>
              </a:buClr>
              <a:buSzPts val="2600"/>
              <a:buFont typeface="PT Sans"/>
              <a:buAutoNum type="arabicPeriod"/>
            </a:pPr>
            <a:r>
              <a:rPr b="1" i="0" lang="en-US" sz="2600" u="none" cap="none" strike="noStrike">
                <a:solidFill>
                  <a:srgbClr val="000000"/>
                </a:solidFill>
                <a:latin typeface="PT Sans"/>
                <a:ea typeface="PT Sans"/>
                <a:cs typeface="PT Sans"/>
                <a:sym typeface="PT Sans"/>
              </a:rPr>
              <a:t>Các chỉ số đánh giá mô hình:</a:t>
            </a:r>
            <a:endParaRPr/>
          </a:p>
          <a:p>
            <a:pPr indent="-374227" lvl="2" marL="1122681" marR="0" rtl="0" algn="l">
              <a:lnSpc>
                <a:spcPct val="170000"/>
              </a:lnSpc>
              <a:spcBef>
                <a:spcPts val="0"/>
              </a:spcBef>
              <a:spcAft>
                <a:spcPts val="0"/>
              </a:spcAft>
              <a:buClr>
                <a:srgbClr val="000000"/>
              </a:buClr>
              <a:buSzPts val="2600"/>
              <a:buFont typeface="Arial"/>
              <a:buChar char="⚬"/>
            </a:pPr>
            <a:r>
              <a:rPr b="1" i="0" lang="en-US" sz="2600" u="none" cap="none" strike="noStrike">
                <a:solidFill>
                  <a:srgbClr val="000000"/>
                </a:solidFill>
                <a:latin typeface="PT Sans"/>
                <a:ea typeface="PT Sans"/>
                <a:cs typeface="PT Sans"/>
                <a:sym typeface="PT Sans"/>
              </a:rPr>
              <a:t>R-squared (R2): 0.9027886308968769</a:t>
            </a:r>
            <a:endParaRPr/>
          </a:p>
          <a:p>
            <a:pPr indent="-374227" lvl="2" marL="1122681" marR="0" rtl="0" algn="l">
              <a:lnSpc>
                <a:spcPct val="170000"/>
              </a:lnSpc>
              <a:spcBef>
                <a:spcPts val="0"/>
              </a:spcBef>
              <a:spcAft>
                <a:spcPts val="0"/>
              </a:spcAft>
              <a:buClr>
                <a:srgbClr val="000000"/>
              </a:buClr>
              <a:buSzPts val="2600"/>
              <a:buFont typeface="Arial"/>
              <a:buChar char="⚬"/>
            </a:pPr>
            <a:r>
              <a:rPr b="1" i="0" lang="en-US" sz="2600" u="none" cap="none" strike="noStrike">
                <a:solidFill>
                  <a:srgbClr val="000000"/>
                </a:solidFill>
                <a:latin typeface="PT Sans"/>
                <a:ea typeface="PT Sans"/>
                <a:cs typeface="PT Sans"/>
                <a:sym typeface="PT Sans"/>
              </a:rPr>
              <a:t>Mean squared error (MSE): 0.0019748369444445496</a:t>
            </a:r>
            <a:endParaRPr/>
          </a:p>
          <a:p>
            <a:pPr indent="-374227" lvl="2" marL="1122681" marR="0" rtl="0" algn="l">
              <a:lnSpc>
                <a:spcPct val="170000"/>
              </a:lnSpc>
              <a:spcBef>
                <a:spcPts val="0"/>
              </a:spcBef>
              <a:spcAft>
                <a:spcPts val="0"/>
              </a:spcAft>
              <a:buClr>
                <a:srgbClr val="000000"/>
              </a:buClr>
              <a:buSzPts val="2600"/>
              <a:buFont typeface="Arial"/>
              <a:buChar char="⚬"/>
            </a:pPr>
            <a:r>
              <a:rPr b="1" i="0" lang="en-US" sz="2600" u="none" cap="none" strike="noStrike">
                <a:solidFill>
                  <a:srgbClr val="000000"/>
                </a:solidFill>
                <a:latin typeface="PT Sans"/>
                <a:ea typeface="PT Sans"/>
                <a:cs typeface="PT Sans"/>
                <a:sym typeface="PT Sans"/>
              </a:rPr>
              <a:t>Mean absolute error (MAE): 0.034801568523114186</a:t>
            </a:r>
            <a:endParaRPr/>
          </a:p>
          <a:p>
            <a:pPr indent="-280669" lvl="1" marL="561341" marR="0" rtl="0" algn="l">
              <a:lnSpc>
                <a:spcPct val="170000"/>
              </a:lnSpc>
              <a:spcBef>
                <a:spcPts val="0"/>
              </a:spcBef>
              <a:spcAft>
                <a:spcPts val="0"/>
              </a:spcAft>
              <a:buClr>
                <a:srgbClr val="000000"/>
              </a:buClr>
              <a:buSzPts val="2600"/>
              <a:buFont typeface="PT Sans"/>
              <a:buAutoNum type="arabicPeriod"/>
            </a:pPr>
            <a:r>
              <a:rPr b="1" i="0" lang="en-US" sz="2600" u="none" cap="none" strike="noStrike">
                <a:solidFill>
                  <a:srgbClr val="000000"/>
                </a:solidFill>
                <a:latin typeface="PT Sans"/>
                <a:ea typeface="PT Sans"/>
                <a:cs typeface="PT Sans"/>
                <a:sym typeface="PT Sans"/>
              </a:rPr>
              <a:t>Độ chính xác của mô hình:</a:t>
            </a:r>
            <a:endParaRPr/>
          </a:p>
          <a:p>
            <a:pPr indent="-374227" lvl="2" marL="1122681" marR="0" rtl="0" algn="l">
              <a:lnSpc>
                <a:spcPct val="170000"/>
              </a:lnSpc>
              <a:spcBef>
                <a:spcPts val="0"/>
              </a:spcBef>
              <a:spcAft>
                <a:spcPts val="0"/>
              </a:spcAft>
              <a:buClr>
                <a:srgbClr val="000000"/>
              </a:buClr>
              <a:buSzPts val="2600"/>
              <a:buFont typeface="Arial"/>
              <a:buChar char="⚬"/>
            </a:pPr>
            <a:r>
              <a:rPr b="1" i="0" lang="en-US" sz="2600" u="none" cap="none" strike="noStrike">
                <a:solidFill>
                  <a:srgbClr val="000000"/>
                </a:solidFill>
                <a:latin typeface="PT Sans"/>
                <a:ea typeface="PT Sans"/>
                <a:cs typeface="PT Sans"/>
                <a:sym typeface="PT Sans"/>
              </a:rPr>
              <a:t>R2 = 0.903 cho thấy mô hình giải thích được 90.3% biến động của giá xe, đây là một kết quả rất tốt.</a:t>
            </a:r>
            <a:endParaRPr/>
          </a:p>
          <a:p>
            <a:pPr indent="-374227" lvl="2" marL="1122681" marR="0" rtl="0" algn="l">
              <a:lnSpc>
                <a:spcPct val="170000"/>
              </a:lnSpc>
              <a:spcBef>
                <a:spcPts val="0"/>
              </a:spcBef>
              <a:spcAft>
                <a:spcPts val="0"/>
              </a:spcAft>
              <a:buClr>
                <a:srgbClr val="000000"/>
              </a:buClr>
              <a:buSzPts val="2600"/>
              <a:buFont typeface="Arial"/>
              <a:buChar char="⚬"/>
            </a:pPr>
            <a:r>
              <a:rPr b="1" i="0" lang="en-US" sz="2600" u="none" cap="none" strike="noStrike">
                <a:solidFill>
                  <a:srgbClr val="000000"/>
                </a:solidFill>
                <a:latin typeface="PT Sans"/>
                <a:ea typeface="PT Sans"/>
                <a:cs typeface="PT Sans"/>
                <a:sym typeface="PT Sans"/>
              </a:rPr>
              <a:t>MSE và MAE khá thấp, chứng tỏ sai số dự đoán trung bình không lớn.</a:t>
            </a:r>
            <a:endParaRPr/>
          </a:p>
          <a:p>
            <a:pPr indent="-280669" lvl="1" marL="561341" marR="0" rtl="0" algn="l">
              <a:lnSpc>
                <a:spcPct val="170000"/>
              </a:lnSpc>
              <a:spcBef>
                <a:spcPts val="0"/>
              </a:spcBef>
              <a:spcAft>
                <a:spcPts val="0"/>
              </a:spcAft>
              <a:buClr>
                <a:srgbClr val="000000"/>
              </a:buClr>
              <a:buSzPts val="2600"/>
              <a:buFont typeface="PT Sans"/>
              <a:buAutoNum type="arabicPeriod"/>
            </a:pPr>
            <a:r>
              <a:rPr b="1" i="0" lang="en-US" sz="2600" u="none" cap="none" strike="noStrike">
                <a:solidFill>
                  <a:srgbClr val="000000"/>
                </a:solidFill>
                <a:latin typeface="PT Sans"/>
                <a:ea typeface="PT Sans"/>
                <a:cs typeface="PT Sans"/>
                <a:sym typeface="PT Sans"/>
              </a:rPr>
              <a:t> Hiệu suất tổng thể:</a:t>
            </a:r>
            <a:endParaRPr/>
          </a:p>
          <a:p>
            <a:pPr indent="-374227" lvl="2" marL="1122681" marR="0" rtl="0" algn="l">
              <a:lnSpc>
                <a:spcPct val="170000"/>
              </a:lnSpc>
              <a:spcBef>
                <a:spcPts val="0"/>
              </a:spcBef>
              <a:spcAft>
                <a:spcPts val="0"/>
              </a:spcAft>
              <a:buClr>
                <a:srgbClr val="000000"/>
              </a:buClr>
              <a:buSzPts val="2600"/>
              <a:buFont typeface="Arial"/>
              <a:buChar char="⚬"/>
            </a:pPr>
            <a:r>
              <a:rPr b="1" i="0" lang="en-US" sz="2600" u="none" cap="none" strike="noStrike">
                <a:solidFill>
                  <a:srgbClr val="000000"/>
                </a:solidFill>
                <a:latin typeface="PT Sans"/>
                <a:ea typeface="PT Sans"/>
                <a:cs typeface="PT Sans"/>
                <a:sym typeface="PT Sans"/>
              </a:rPr>
              <a:t>Mô hình có hiệu suất tốt trong việc dự đoán giá xe, đặc biệt ở phân khúc giá trung bình.</a:t>
            </a:r>
            <a:endParaRPr/>
          </a:p>
          <a:p>
            <a:pPr indent="-374227" lvl="2" marL="1122681" marR="0" rtl="0" algn="l">
              <a:lnSpc>
                <a:spcPct val="170000"/>
              </a:lnSpc>
              <a:spcBef>
                <a:spcPts val="0"/>
              </a:spcBef>
              <a:spcAft>
                <a:spcPts val="0"/>
              </a:spcAft>
              <a:buClr>
                <a:srgbClr val="000000"/>
              </a:buClr>
              <a:buSzPts val="2600"/>
              <a:buFont typeface="Arial"/>
              <a:buChar char="⚬"/>
            </a:pPr>
            <a:r>
              <a:rPr b="1" i="0" lang="en-US" sz="2600" u="none" cap="none" strike="noStrike">
                <a:solidFill>
                  <a:srgbClr val="000000"/>
                </a:solidFill>
                <a:latin typeface="PT Sans"/>
                <a:ea typeface="PT Sans"/>
                <a:cs typeface="PT Sans"/>
                <a:sym typeface="PT Sans"/>
              </a:rPr>
              <a:t>Có thể cải thiện thêm ở phân khúc giá ca</a:t>
            </a:r>
            <a:endParaRPr/>
          </a:p>
          <a:p>
            <a:pPr indent="0" lvl="0" marL="0" marR="0" rtl="0" algn="l">
              <a:lnSpc>
                <a:spcPct val="170000"/>
              </a:lnSpc>
              <a:spcBef>
                <a:spcPts val="0"/>
              </a:spcBef>
              <a:spcAft>
                <a:spcPts val="0"/>
              </a:spcAft>
              <a:buNone/>
            </a:pPr>
            <a:r>
              <a:t/>
            </a:r>
            <a:endParaRPr b="1" i="0" sz="2600" u="none" cap="none" strike="noStrike">
              <a:solidFill>
                <a:srgbClr val="000000"/>
              </a:solidFill>
              <a:latin typeface="PT Sans"/>
              <a:ea typeface="PT Sans"/>
              <a:cs typeface="PT Sans"/>
              <a:sym typeface="PT Sans"/>
            </a:endParaRPr>
          </a:p>
          <a:p>
            <a:pPr indent="0" lvl="0" marL="0" marR="0" rtl="0" algn="l">
              <a:lnSpc>
                <a:spcPct val="170000"/>
              </a:lnSpc>
              <a:spcBef>
                <a:spcPts val="0"/>
              </a:spcBef>
              <a:spcAft>
                <a:spcPts val="0"/>
              </a:spcAft>
              <a:buNone/>
            </a:pPr>
            <a:r>
              <a:t/>
            </a:r>
            <a:endParaRPr b="1" i="0" sz="2600" u="none" cap="none" strike="noStrike">
              <a:solidFill>
                <a:srgbClr val="000000"/>
              </a:solidFill>
              <a:latin typeface="PT Sans"/>
              <a:ea typeface="PT Sans"/>
              <a:cs typeface="PT Sans"/>
              <a:sym typeface="PT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AD00"/>
        </a:solidFill>
      </p:bgPr>
    </p:bg>
    <p:spTree>
      <p:nvGrpSpPr>
        <p:cNvPr id="709" name="Shape 709"/>
        <p:cNvGrpSpPr/>
        <p:nvPr/>
      </p:nvGrpSpPr>
      <p:grpSpPr>
        <a:xfrm>
          <a:off x="0" y="0"/>
          <a:ext cx="0" cy="0"/>
          <a:chOff x="0" y="0"/>
          <a:chExt cx="0" cy="0"/>
        </a:xfrm>
      </p:grpSpPr>
      <p:sp>
        <p:nvSpPr>
          <p:cNvPr id="710" name="Google Shape;710;p13"/>
          <p:cNvSpPr/>
          <p:nvPr/>
        </p:nvSpPr>
        <p:spPr>
          <a:xfrm>
            <a:off x="8031602" y="0"/>
            <a:ext cx="7312406" cy="6719927"/>
          </a:xfrm>
          <a:custGeom>
            <a:rect b="b" l="l" r="r" t="t"/>
            <a:pathLst>
              <a:path extrusionOk="0" h="6719927" w="7312406">
                <a:moveTo>
                  <a:pt x="0" y="0"/>
                </a:moveTo>
                <a:lnTo>
                  <a:pt x="7312406" y="0"/>
                </a:lnTo>
                <a:lnTo>
                  <a:pt x="7312406" y="6719927"/>
                </a:lnTo>
                <a:lnTo>
                  <a:pt x="0" y="6719927"/>
                </a:lnTo>
                <a:lnTo>
                  <a:pt x="0" y="0"/>
                </a:lnTo>
                <a:close/>
              </a:path>
            </a:pathLst>
          </a:custGeom>
          <a:blipFill rotWithShape="1">
            <a:blip r:embed="rId3">
              <a:alphaModFix/>
            </a:blip>
            <a:stretch>
              <a:fillRect b="-2014" l="0" r="0" t="-20078"/>
            </a:stretch>
          </a:blipFill>
          <a:ln>
            <a:noFill/>
          </a:ln>
        </p:spPr>
      </p:sp>
      <p:grpSp>
        <p:nvGrpSpPr>
          <p:cNvPr id="711" name="Google Shape;711;p13"/>
          <p:cNvGrpSpPr/>
          <p:nvPr/>
        </p:nvGrpSpPr>
        <p:grpSpPr>
          <a:xfrm rot="-5400000">
            <a:off x="963081" y="4872051"/>
            <a:ext cx="13664400" cy="542898"/>
            <a:chOff x="0" y="-630192"/>
            <a:chExt cx="18219200" cy="723867"/>
          </a:xfrm>
        </p:grpSpPr>
        <p:grpSp>
          <p:nvGrpSpPr>
            <p:cNvPr id="712" name="Google Shape;712;p13"/>
            <p:cNvGrpSpPr/>
            <p:nvPr/>
          </p:nvGrpSpPr>
          <p:grpSpPr>
            <a:xfrm>
              <a:off x="0" y="-630192"/>
              <a:ext cx="2788000" cy="723867"/>
              <a:chOff x="0" y="-123825"/>
              <a:chExt cx="547795" cy="142231"/>
            </a:xfrm>
          </p:grpSpPr>
          <p:sp>
            <p:nvSpPr>
              <p:cNvPr id="713" name="Google Shape;713;p13"/>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714" name="Google Shape;714;p13"/>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15" name="Google Shape;715;p13"/>
            <p:cNvGrpSpPr/>
            <p:nvPr/>
          </p:nvGrpSpPr>
          <p:grpSpPr>
            <a:xfrm>
              <a:off x="11570400" y="-630192"/>
              <a:ext cx="2788000" cy="723867"/>
              <a:chOff x="0" y="-123825"/>
              <a:chExt cx="547795" cy="142231"/>
            </a:xfrm>
          </p:grpSpPr>
          <p:sp>
            <p:nvSpPr>
              <p:cNvPr id="716" name="Google Shape;716;p13"/>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717" name="Google Shape;717;p13"/>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18" name="Google Shape;718;p13"/>
            <p:cNvGrpSpPr/>
            <p:nvPr/>
          </p:nvGrpSpPr>
          <p:grpSpPr>
            <a:xfrm>
              <a:off x="3860800" y="-630192"/>
              <a:ext cx="2788000" cy="723867"/>
              <a:chOff x="0" y="-123825"/>
              <a:chExt cx="547795" cy="142231"/>
            </a:xfrm>
          </p:grpSpPr>
          <p:sp>
            <p:nvSpPr>
              <p:cNvPr id="719" name="Google Shape;719;p13"/>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720" name="Google Shape;720;p13"/>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21" name="Google Shape;721;p13"/>
            <p:cNvGrpSpPr/>
            <p:nvPr/>
          </p:nvGrpSpPr>
          <p:grpSpPr>
            <a:xfrm>
              <a:off x="15431200" y="-630192"/>
              <a:ext cx="2788000" cy="723867"/>
              <a:chOff x="0" y="-123825"/>
              <a:chExt cx="547795" cy="142231"/>
            </a:xfrm>
          </p:grpSpPr>
          <p:sp>
            <p:nvSpPr>
              <p:cNvPr id="722" name="Google Shape;722;p13"/>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723" name="Google Shape;723;p13"/>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24" name="Google Shape;724;p13"/>
            <p:cNvGrpSpPr/>
            <p:nvPr/>
          </p:nvGrpSpPr>
          <p:grpSpPr>
            <a:xfrm>
              <a:off x="7715600" y="-630192"/>
              <a:ext cx="2788000" cy="723867"/>
              <a:chOff x="0" y="-123825"/>
              <a:chExt cx="547795" cy="142231"/>
            </a:xfrm>
          </p:grpSpPr>
          <p:sp>
            <p:nvSpPr>
              <p:cNvPr id="725" name="Google Shape;725;p13"/>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726" name="Google Shape;726;p13"/>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727" name="Google Shape;727;p13"/>
          <p:cNvGrpSpPr/>
          <p:nvPr/>
        </p:nvGrpSpPr>
        <p:grpSpPr>
          <a:xfrm rot="-5400000">
            <a:off x="-207272" y="-487704"/>
            <a:ext cx="11215802" cy="11741553"/>
            <a:chOff x="0" y="-123825"/>
            <a:chExt cx="2953956" cy="3092426"/>
          </a:xfrm>
        </p:grpSpPr>
        <p:sp>
          <p:nvSpPr>
            <p:cNvPr id="728" name="Google Shape;728;p13"/>
            <p:cNvSpPr/>
            <p:nvPr/>
          </p:nvSpPr>
          <p:spPr>
            <a:xfrm>
              <a:off x="0" y="0"/>
              <a:ext cx="2953956" cy="2968601"/>
            </a:xfrm>
            <a:custGeom>
              <a:rect b="b" l="l" r="r" t="t"/>
              <a:pathLst>
                <a:path extrusionOk="0" h="2968601" w="2953956">
                  <a:moveTo>
                    <a:pt x="0" y="0"/>
                  </a:moveTo>
                  <a:lnTo>
                    <a:pt x="2953956" y="0"/>
                  </a:lnTo>
                  <a:lnTo>
                    <a:pt x="2953956" y="2968601"/>
                  </a:lnTo>
                  <a:lnTo>
                    <a:pt x="0" y="2968601"/>
                  </a:lnTo>
                  <a:close/>
                </a:path>
              </a:pathLst>
            </a:custGeom>
            <a:solidFill>
              <a:srgbClr val="0B1541"/>
            </a:solidFill>
            <a:ln>
              <a:noFill/>
            </a:ln>
          </p:spPr>
        </p:sp>
        <p:sp>
          <p:nvSpPr>
            <p:cNvPr id="729" name="Google Shape;729;p13"/>
            <p:cNvSpPr txBox="1"/>
            <p:nvPr/>
          </p:nvSpPr>
          <p:spPr>
            <a:xfrm>
              <a:off x="0" y="-123825"/>
              <a:ext cx="2953956" cy="3092426"/>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30" name="Google Shape;730;p13"/>
          <p:cNvSpPr/>
          <p:nvPr/>
        </p:nvSpPr>
        <p:spPr>
          <a:xfrm>
            <a:off x="8719722" y="4541196"/>
            <a:ext cx="16301121" cy="6164788"/>
          </a:xfrm>
          <a:custGeom>
            <a:rect b="b" l="l" r="r" t="t"/>
            <a:pathLst>
              <a:path extrusionOk="0" h="6164788" w="16301121">
                <a:moveTo>
                  <a:pt x="0" y="0"/>
                </a:moveTo>
                <a:lnTo>
                  <a:pt x="16301121" y="0"/>
                </a:lnTo>
                <a:lnTo>
                  <a:pt x="16301121" y="6164787"/>
                </a:lnTo>
                <a:lnTo>
                  <a:pt x="0" y="6164787"/>
                </a:lnTo>
                <a:lnTo>
                  <a:pt x="0" y="0"/>
                </a:lnTo>
                <a:close/>
              </a:path>
            </a:pathLst>
          </a:custGeom>
          <a:blipFill rotWithShape="1">
            <a:blip r:embed="rId4">
              <a:alphaModFix/>
            </a:blip>
            <a:stretch>
              <a:fillRect b="0" l="0" r="0" t="0"/>
            </a:stretch>
          </a:blipFill>
          <a:ln>
            <a:noFill/>
          </a:ln>
        </p:spPr>
      </p:sp>
      <p:grpSp>
        <p:nvGrpSpPr>
          <p:cNvPr id="731" name="Google Shape;731;p13"/>
          <p:cNvGrpSpPr/>
          <p:nvPr/>
        </p:nvGrpSpPr>
        <p:grpSpPr>
          <a:xfrm>
            <a:off x="2345813" y="1227294"/>
            <a:ext cx="7350389" cy="2480623"/>
            <a:chOff x="0" y="104775"/>
            <a:chExt cx="9800519" cy="3307497"/>
          </a:xfrm>
        </p:grpSpPr>
        <p:sp>
          <p:nvSpPr>
            <p:cNvPr id="732" name="Google Shape;732;p13"/>
            <p:cNvSpPr txBox="1"/>
            <p:nvPr/>
          </p:nvSpPr>
          <p:spPr>
            <a:xfrm>
              <a:off x="0" y="104775"/>
              <a:ext cx="9800519" cy="1992591"/>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5680" u="none" cap="none" strike="noStrike">
                  <a:solidFill>
                    <a:srgbClr val="F88219"/>
                  </a:solidFill>
                  <a:latin typeface="Montserrat"/>
                  <a:ea typeface="Montserrat"/>
                  <a:cs typeface="Montserrat"/>
                  <a:sym typeface="Montserrat"/>
                </a:rPr>
                <a:t>4. ỨNG DỤNG MÔ HÌNH</a:t>
              </a:r>
              <a:endParaRPr/>
            </a:p>
          </p:txBody>
        </p:sp>
        <p:sp>
          <p:nvSpPr>
            <p:cNvPr id="733" name="Google Shape;733;p13"/>
            <p:cNvSpPr txBox="1"/>
            <p:nvPr/>
          </p:nvSpPr>
          <p:spPr>
            <a:xfrm>
              <a:off x="0" y="2641591"/>
              <a:ext cx="9800519" cy="770681"/>
            </a:xfrm>
            <a:prstGeom prst="rect">
              <a:avLst/>
            </a:prstGeom>
            <a:noFill/>
            <a:ln>
              <a:noFill/>
            </a:ln>
          </p:spPr>
          <p:txBody>
            <a:bodyPr anchorCtr="0" anchor="t" bIns="0" lIns="0" spcFirstLastPara="1" rIns="0" wrap="square" tIns="0">
              <a:spAutoFit/>
            </a:bodyPr>
            <a:lstStyle/>
            <a:p>
              <a:pPr indent="0" lvl="0" marL="0" marR="0" rtl="0" algn="l">
                <a:lnSpc>
                  <a:spcPct val="26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34" name="Google Shape;734;p13"/>
          <p:cNvSpPr txBox="1"/>
          <p:nvPr/>
        </p:nvSpPr>
        <p:spPr>
          <a:xfrm>
            <a:off x="1424761" y="3834129"/>
            <a:ext cx="7520940" cy="8745749"/>
          </a:xfrm>
          <a:prstGeom prst="rect">
            <a:avLst/>
          </a:prstGeom>
          <a:noFill/>
          <a:ln>
            <a:noFill/>
          </a:ln>
        </p:spPr>
        <p:txBody>
          <a:bodyPr anchorCtr="0" anchor="t" bIns="0" lIns="0" spcFirstLastPara="1" rIns="0" wrap="square" tIns="0">
            <a:spAutoFit/>
          </a:bodyPr>
          <a:lstStyle/>
          <a:p>
            <a:pPr indent="0" lvl="0" marL="0" marR="0" rtl="0" algn="just">
              <a:lnSpc>
                <a:spcPct val="170008"/>
              </a:lnSpc>
              <a:spcBef>
                <a:spcPts val="0"/>
              </a:spcBef>
              <a:spcAft>
                <a:spcPts val="0"/>
              </a:spcAft>
              <a:buNone/>
            </a:pPr>
            <a:r>
              <a:rPr b="1" i="0" lang="en-US" sz="3421" u="none" cap="none" strike="noStrike">
                <a:solidFill>
                  <a:srgbClr val="F4AD00"/>
                </a:solidFill>
                <a:latin typeface="Arial"/>
                <a:ea typeface="Arial"/>
                <a:cs typeface="Arial"/>
                <a:sym typeface="Arial"/>
              </a:rPr>
              <a:t>1.Hiểu thị trường một cách khoa học</a:t>
            </a:r>
            <a:endParaRPr/>
          </a:p>
          <a:p>
            <a:pPr indent="0" lvl="0" marL="0" marR="0" rtl="0" algn="just">
              <a:lnSpc>
                <a:spcPct val="170008"/>
              </a:lnSpc>
              <a:spcBef>
                <a:spcPts val="0"/>
              </a:spcBef>
              <a:spcAft>
                <a:spcPts val="0"/>
              </a:spcAft>
              <a:buNone/>
            </a:pPr>
            <a:r>
              <a:rPr b="1" i="0" lang="en-US" sz="3421" u="none" cap="none" strike="noStrike">
                <a:solidFill>
                  <a:srgbClr val="F4AD00"/>
                </a:solidFill>
                <a:latin typeface="Arial"/>
                <a:ea typeface="Arial"/>
                <a:cs typeface="Arial"/>
                <a:sym typeface="Arial"/>
              </a:rPr>
              <a:t>2.Định giá cạnh tranh và chính xác</a:t>
            </a:r>
            <a:endParaRPr/>
          </a:p>
          <a:p>
            <a:pPr indent="0" lvl="0" marL="0" marR="0" rtl="0" algn="just">
              <a:lnSpc>
                <a:spcPct val="170008"/>
              </a:lnSpc>
              <a:spcBef>
                <a:spcPts val="0"/>
              </a:spcBef>
              <a:spcAft>
                <a:spcPts val="0"/>
              </a:spcAft>
              <a:buNone/>
            </a:pPr>
            <a:r>
              <a:rPr b="1" i="0" lang="en-US" sz="3421" u="none" cap="none" strike="noStrike">
                <a:solidFill>
                  <a:srgbClr val="F4AD00"/>
                </a:solidFill>
                <a:latin typeface="Arial"/>
                <a:ea typeface="Arial"/>
                <a:cs typeface="Arial"/>
                <a:sym typeface="Arial"/>
              </a:rPr>
              <a:t>3.Tối ưu hóa thiết kế sản phẩm</a:t>
            </a:r>
            <a:endParaRPr/>
          </a:p>
          <a:p>
            <a:pPr indent="0" lvl="0" marL="0" marR="0" rtl="0" algn="just">
              <a:lnSpc>
                <a:spcPct val="170008"/>
              </a:lnSpc>
              <a:spcBef>
                <a:spcPts val="0"/>
              </a:spcBef>
              <a:spcAft>
                <a:spcPts val="0"/>
              </a:spcAft>
              <a:buNone/>
            </a:pPr>
            <a:r>
              <a:rPr b="1" i="0" lang="en-US" sz="3421" u="none" cap="none" strike="noStrike">
                <a:solidFill>
                  <a:srgbClr val="F4AD00"/>
                </a:solidFill>
                <a:latin typeface="Arial"/>
                <a:ea typeface="Arial"/>
                <a:cs typeface="Arial"/>
                <a:sym typeface="Arial"/>
              </a:rPr>
              <a:t>4.Hỗ trợ quyết định kinh doanh</a:t>
            </a:r>
            <a:endParaRPr/>
          </a:p>
          <a:p>
            <a:pPr indent="0" lvl="0" marL="0" marR="0" rtl="0" algn="just">
              <a:lnSpc>
                <a:spcPct val="170008"/>
              </a:lnSpc>
              <a:spcBef>
                <a:spcPts val="0"/>
              </a:spcBef>
              <a:spcAft>
                <a:spcPts val="0"/>
              </a:spcAft>
              <a:buNone/>
            </a:pPr>
            <a:r>
              <a:rPr b="1" i="0" lang="en-US" sz="3421" u="none" cap="none" strike="noStrike">
                <a:solidFill>
                  <a:srgbClr val="F4AD00"/>
                </a:solidFill>
                <a:latin typeface="Arial"/>
                <a:ea typeface="Arial"/>
                <a:cs typeface="Arial"/>
                <a:sym typeface="Arial"/>
              </a:rPr>
              <a:t>5.Phân tích kịch bản</a:t>
            </a:r>
            <a:endParaRPr/>
          </a:p>
          <a:p>
            <a:pPr indent="0" lvl="0" marL="0" marR="0" rtl="0" algn="just">
              <a:lnSpc>
                <a:spcPct val="170008"/>
              </a:lnSpc>
              <a:spcBef>
                <a:spcPts val="0"/>
              </a:spcBef>
              <a:spcAft>
                <a:spcPts val="0"/>
              </a:spcAft>
              <a:buNone/>
            </a:pPr>
            <a:r>
              <a:rPr b="1" i="0" lang="en-US" sz="3421" u="none" cap="none" strike="noStrike">
                <a:solidFill>
                  <a:srgbClr val="F4AD00"/>
                </a:solidFill>
                <a:latin typeface="Arial"/>
                <a:ea typeface="Arial"/>
                <a:cs typeface="Arial"/>
                <a:sym typeface="Arial"/>
              </a:rPr>
              <a:t>6.Thích ứng với thay đổi thị trường</a:t>
            </a:r>
            <a:endParaRPr/>
          </a:p>
          <a:p>
            <a:pPr indent="0" lvl="0" marL="0" marR="0" rtl="0" algn="just">
              <a:lnSpc>
                <a:spcPct val="170008"/>
              </a:lnSpc>
              <a:spcBef>
                <a:spcPts val="0"/>
              </a:spcBef>
              <a:spcAft>
                <a:spcPts val="0"/>
              </a:spcAft>
              <a:buNone/>
            </a:pPr>
            <a:r>
              <a:t/>
            </a:r>
            <a:endParaRPr b="1" i="0" sz="3421" u="none" cap="none" strike="noStrike">
              <a:solidFill>
                <a:srgbClr val="F4AD00"/>
              </a:solidFill>
              <a:latin typeface="Arial"/>
              <a:ea typeface="Arial"/>
              <a:cs typeface="Arial"/>
              <a:sym typeface="Arial"/>
            </a:endParaRPr>
          </a:p>
          <a:p>
            <a:pPr indent="0" lvl="0" marL="0" marR="0" rtl="0" algn="ctr">
              <a:lnSpc>
                <a:spcPct val="170008"/>
              </a:lnSpc>
              <a:spcBef>
                <a:spcPts val="0"/>
              </a:spcBef>
              <a:spcAft>
                <a:spcPts val="0"/>
              </a:spcAft>
              <a:buNone/>
            </a:pPr>
            <a:r>
              <a:t/>
            </a:r>
            <a:endParaRPr b="1" i="0" sz="3421" u="none" cap="none" strike="noStrike">
              <a:solidFill>
                <a:srgbClr val="F4AD00"/>
              </a:solidFill>
              <a:latin typeface="Arial"/>
              <a:ea typeface="Arial"/>
              <a:cs typeface="Arial"/>
              <a:sym typeface="Arial"/>
            </a:endParaRPr>
          </a:p>
          <a:p>
            <a:pPr indent="0" lvl="0" marL="0" marR="0" rtl="0" algn="ctr">
              <a:lnSpc>
                <a:spcPct val="170008"/>
              </a:lnSpc>
              <a:spcBef>
                <a:spcPts val="0"/>
              </a:spcBef>
              <a:spcAft>
                <a:spcPts val="0"/>
              </a:spcAft>
              <a:buNone/>
            </a:pPr>
            <a:r>
              <a:t/>
            </a:r>
            <a:endParaRPr b="1" i="0" sz="3421" u="none" cap="none" strike="noStrike">
              <a:solidFill>
                <a:srgbClr val="F4AD00"/>
              </a:solidFill>
              <a:latin typeface="Arial"/>
              <a:ea typeface="Arial"/>
              <a:cs typeface="Arial"/>
              <a:sym typeface="Arial"/>
            </a:endParaRPr>
          </a:p>
          <a:p>
            <a:pPr indent="0" lvl="0" marL="0" marR="0" rtl="0" algn="ctr">
              <a:lnSpc>
                <a:spcPct val="170008"/>
              </a:lnSpc>
              <a:spcBef>
                <a:spcPts val="0"/>
              </a:spcBef>
              <a:spcAft>
                <a:spcPts val="0"/>
              </a:spcAft>
              <a:buNone/>
            </a:pPr>
            <a:r>
              <a:t/>
            </a:r>
            <a:endParaRPr b="1" i="0" sz="3421" u="none" cap="none" strike="noStrike">
              <a:solidFill>
                <a:srgbClr val="F4AD00"/>
              </a:solidFill>
              <a:latin typeface="Arial"/>
              <a:ea typeface="Arial"/>
              <a:cs typeface="Arial"/>
              <a:sym typeface="Arial"/>
            </a:endParaRPr>
          </a:p>
          <a:p>
            <a:pPr indent="0" lvl="0" marL="0" marR="0" rtl="0" algn="ctr">
              <a:lnSpc>
                <a:spcPct val="170008"/>
              </a:lnSpc>
              <a:spcBef>
                <a:spcPts val="0"/>
              </a:spcBef>
              <a:spcAft>
                <a:spcPts val="0"/>
              </a:spcAft>
              <a:buNone/>
            </a:pPr>
            <a:r>
              <a:t/>
            </a:r>
            <a:endParaRPr b="1" i="0" sz="3421" u="none" cap="none" strike="noStrike">
              <a:solidFill>
                <a:srgbClr val="F4AD00"/>
              </a:solidFill>
              <a:latin typeface="Arial"/>
              <a:ea typeface="Arial"/>
              <a:cs typeface="Arial"/>
              <a:sym typeface="Arial"/>
            </a:endParaRPr>
          </a:p>
          <a:p>
            <a:pPr indent="0" lvl="0" marL="0" marR="0" rtl="0" algn="ctr">
              <a:lnSpc>
                <a:spcPct val="170008"/>
              </a:lnSpc>
              <a:spcBef>
                <a:spcPts val="0"/>
              </a:spcBef>
              <a:spcAft>
                <a:spcPts val="0"/>
              </a:spcAft>
              <a:buNone/>
            </a:pPr>
            <a:r>
              <a:t/>
            </a:r>
            <a:endParaRPr b="1" i="0" sz="3421" u="none" cap="none" strike="noStrike">
              <a:solidFill>
                <a:srgbClr val="F4AD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AD00"/>
        </a:solidFill>
      </p:bgPr>
    </p:bg>
    <p:spTree>
      <p:nvGrpSpPr>
        <p:cNvPr id="738" name="Shape 738"/>
        <p:cNvGrpSpPr/>
        <p:nvPr/>
      </p:nvGrpSpPr>
      <p:grpSpPr>
        <a:xfrm>
          <a:off x="0" y="0"/>
          <a:ext cx="0" cy="0"/>
          <a:chOff x="0" y="0"/>
          <a:chExt cx="0" cy="0"/>
        </a:xfrm>
      </p:grpSpPr>
      <p:sp>
        <p:nvSpPr>
          <p:cNvPr id="739" name="Google Shape;739;p14"/>
          <p:cNvSpPr/>
          <p:nvPr/>
        </p:nvSpPr>
        <p:spPr>
          <a:xfrm>
            <a:off x="8031602" y="0"/>
            <a:ext cx="7312406" cy="6719927"/>
          </a:xfrm>
          <a:custGeom>
            <a:rect b="b" l="l" r="r" t="t"/>
            <a:pathLst>
              <a:path extrusionOk="0" h="6719927" w="7312406">
                <a:moveTo>
                  <a:pt x="0" y="0"/>
                </a:moveTo>
                <a:lnTo>
                  <a:pt x="7312406" y="0"/>
                </a:lnTo>
                <a:lnTo>
                  <a:pt x="7312406" y="6719927"/>
                </a:lnTo>
                <a:lnTo>
                  <a:pt x="0" y="6719927"/>
                </a:lnTo>
                <a:lnTo>
                  <a:pt x="0" y="0"/>
                </a:lnTo>
                <a:close/>
              </a:path>
            </a:pathLst>
          </a:custGeom>
          <a:blipFill rotWithShape="1">
            <a:blip r:embed="rId3">
              <a:alphaModFix/>
            </a:blip>
            <a:stretch>
              <a:fillRect b="-2014" l="0" r="0" t="-20078"/>
            </a:stretch>
          </a:blipFill>
          <a:ln>
            <a:noFill/>
          </a:ln>
        </p:spPr>
      </p:sp>
      <p:grpSp>
        <p:nvGrpSpPr>
          <p:cNvPr id="740" name="Google Shape;740;p14"/>
          <p:cNvGrpSpPr/>
          <p:nvPr/>
        </p:nvGrpSpPr>
        <p:grpSpPr>
          <a:xfrm rot="-5400000">
            <a:off x="963081" y="4872051"/>
            <a:ext cx="13664400" cy="542898"/>
            <a:chOff x="0" y="-630192"/>
            <a:chExt cx="18219200" cy="723867"/>
          </a:xfrm>
        </p:grpSpPr>
        <p:grpSp>
          <p:nvGrpSpPr>
            <p:cNvPr id="741" name="Google Shape;741;p14"/>
            <p:cNvGrpSpPr/>
            <p:nvPr/>
          </p:nvGrpSpPr>
          <p:grpSpPr>
            <a:xfrm>
              <a:off x="0" y="-630192"/>
              <a:ext cx="2788000" cy="723867"/>
              <a:chOff x="0" y="-123825"/>
              <a:chExt cx="547795" cy="142231"/>
            </a:xfrm>
          </p:grpSpPr>
          <p:sp>
            <p:nvSpPr>
              <p:cNvPr id="742" name="Google Shape;742;p14"/>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743" name="Google Shape;743;p14"/>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44" name="Google Shape;744;p14"/>
            <p:cNvGrpSpPr/>
            <p:nvPr/>
          </p:nvGrpSpPr>
          <p:grpSpPr>
            <a:xfrm>
              <a:off x="11570400" y="-630192"/>
              <a:ext cx="2788000" cy="723867"/>
              <a:chOff x="0" y="-123825"/>
              <a:chExt cx="547795" cy="142231"/>
            </a:xfrm>
          </p:grpSpPr>
          <p:sp>
            <p:nvSpPr>
              <p:cNvPr id="745" name="Google Shape;745;p14"/>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746" name="Google Shape;746;p14"/>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47" name="Google Shape;747;p14"/>
            <p:cNvGrpSpPr/>
            <p:nvPr/>
          </p:nvGrpSpPr>
          <p:grpSpPr>
            <a:xfrm>
              <a:off x="3860800" y="-630192"/>
              <a:ext cx="2788000" cy="723867"/>
              <a:chOff x="0" y="-123825"/>
              <a:chExt cx="547795" cy="142231"/>
            </a:xfrm>
          </p:grpSpPr>
          <p:sp>
            <p:nvSpPr>
              <p:cNvPr id="748" name="Google Shape;748;p14"/>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749" name="Google Shape;749;p14"/>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50" name="Google Shape;750;p14"/>
            <p:cNvGrpSpPr/>
            <p:nvPr/>
          </p:nvGrpSpPr>
          <p:grpSpPr>
            <a:xfrm>
              <a:off x="15431200" y="-630192"/>
              <a:ext cx="2788000" cy="723867"/>
              <a:chOff x="0" y="-123825"/>
              <a:chExt cx="547795" cy="142231"/>
            </a:xfrm>
          </p:grpSpPr>
          <p:sp>
            <p:nvSpPr>
              <p:cNvPr id="751" name="Google Shape;751;p14"/>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752" name="Google Shape;752;p14"/>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53" name="Google Shape;753;p14"/>
            <p:cNvGrpSpPr/>
            <p:nvPr/>
          </p:nvGrpSpPr>
          <p:grpSpPr>
            <a:xfrm>
              <a:off x="7715600" y="-630192"/>
              <a:ext cx="2788000" cy="723867"/>
              <a:chOff x="0" y="-123825"/>
              <a:chExt cx="547795" cy="142231"/>
            </a:xfrm>
          </p:grpSpPr>
          <p:sp>
            <p:nvSpPr>
              <p:cNvPr id="754" name="Google Shape;754;p14"/>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755" name="Google Shape;755;p14"/>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756" name="Google Shape;756;p14"/>
          <p:cNvGrpSpPr/>
          <p:nvPr/>
        </p:nvGrpSpPr>
        <p:grpSpPr>
          <a:xfrm rot="-5400000">
            <a:off x="-207272" y="-487704"/>
            <a:ext cx="11215802" cy="11741553"/>
            <a:chOff x="0" y="-123825"/>
            <a:chExt cx="2953956" cy="3092426"/>
          </a:xfrm>
        </p:grpSpPr>
        <p:sp>
          <p:nvSpPr>
            <p:cNvPr id="757" name="Google Shape;757;p14"/>
            <p:cNvSpPr/>
            <p:nvPr/>
          </p:nvSpPr>
          <p:spPr>
            <a:xfrm>
              <a:off x="0" y="0"/>
              <a:ext cx="2953956" cy="2968601"/>
            </a:xfrm>
            <a:custGeom>
              <a:rect b="b" l="l" r="r" t="t"/>
              <a:pathLst>
                <a:path extrusionOk="0" h="2968601" w="2953956">
                  <a:moveTo>
                    <a:pt x="0" y="0"/>
                  </a:moveTo>
                  <a:lnTo>
                    <a:pt x="2953956" y="0"/>
                  </a:lnTo>
                  <a:lnTo>
                    <a:pt x="2953956" y="2968601"/>
                  </a:lnTo>
                  <a:lnTo>
                    <a:pt x="0" y="2968601"/>
                  </a:lnTo>
                  <a:close/>
                </a:path>
              </a:pathLst>
            </a:custGeom>
            <a:solidFill>
              <a:srgbClr val="0B1541"/>
            </a:solidFill>
            <a:ln>
              <a:noFill/>
            </a:ln>
          </p:spPr>
        </p:sp>
        <p:sp>
          <p:nvSpPr>
            <p:cNvPr id="758" name="Google Shape;758;p14"/>
            <p:cNvSpPr txBox="1"/>
            <p:nvPr/>
          </p:nvSpPr>
          <p:spPr>
            <a:xfrm>
              <a:off x="0" y="-123825"/>
              <a:ext cx="2953956" cy="3092426"/>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59" name="Google Shape;759;p14"/>
          <p:cNvSpPr/>
          <p:nvPr/>
        </p:nvSpPr>
        <p:spPr>
          <a:xfrm>
            <a:off x="9287443" y="4563905"/>
            <a:ext cx="16301121" cy="6164788"/>
          </a:xfrm>
          <a:custGeom>
            <a:rect b="b" l="l" r="r" t="t"/>
            <a:pathLst>
              <a:path extrusionOk="0" h="6164788" w="16301121">
                <a:moveTo>
                  <a:pt x="0" y="0"/>
                </a:moveTo>
                <a:lnTo>
                  <a:pt x="16301121" y="0"/>
                </a:lnTo>
                <a:lnTo>
                  <a:pt x="16301121" y="6164787"/>
                </a:lnTo>
                <a:lnTo>
                  <a:pt x="0" y="6164787"/>
                </a:lnTo>
                <a:lnTo>
                  <a:pt x="0" y="0"/>
                </a:lnTo>
                <a:close/>
              </a:path>
            </a:pathLst>
          </a:custGeom>
          <a:blipFill rotWithShape="1">
            <a:blip r:embed="rId4">
              <a:alphaModFix/>
            </a:blip>
            <a:stretch>
              <a:fillRect b="0" l="0" r="0" t="0"/>
            </a:stretch>
          </a:blipFill>
          <a:ln>
            <a:noFill/>
          </a:ln>
        </p:spPr>
      </p:sp>
      <p:grpSp>
        <p:nvGrpSpPr>
          <p:cNvPr id="760" name="Google Shape;760;p14"/>
          <p:cNvGrpSpPr/>
          <p:nvPr/>
        </p:nvGrpSpPr>
        <p:grpSpPr>
          <a:xfrm>
            <a:off x="2498000" y="591446"/>
            <a:ext cx="9189806" cy="2480623"/>
            <a:chOff x="0" y="104775"/>
            <a:chExt cx="12253074" cy="3307497"/>
          </a:xfrm>
        </p:grpSpPr>
        <p:sp>
          <p:nvSpPr>
            <p:cNvPr id="761" name="Google Shape;761;p14"/>
            <p:cNvSpPr txBox="1"/>
            <p:nvPr/>
          </p:nvSpPr>
          <p:spPr>
            <a:xfrm>
              <a:off x="0" y="104775"/>
              <a:ext cx="12253074" cy="1992591"/>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5680" u="none" cap="none" strike="noStrike">
                  <a:solidFill>
                    <a:srgbClr val="F88219"/>
                  </a:solidFill>
                  <a:latin typeface="Montserrat"/>
                  <a:ea typeface="Montserrat"/>
                  <a:cs typeface="Montserrat"/>
                  <a:sym typeface="Montserrat"/>
                </a:rPr>
                <a:t>5.KẾT LUẬN VÀ ĐỀ XUẤT</a:t>
              </a:r>
              <a:endParaRPr/>
            </a:p>
          </p:txBody>
        </p:sp>
        <p:sp>
          <p:nvSpPr>
            <p:cNvPr id="762" name="Google Shape;762;p14"/>
            <p:cNvSpPr txBox="1"/>
            <p:nvPr/>
          </p:nvSpPr>
          <p:spPr>
            <a:xfrm>
              <a:off x="0" y="2641591"/>
              <a:ext cx="12253074" cy="770681"/>
            </a:xfrm>
            <a:prstGeom prst="rect">
              <a:avLst/>
            </a:prstGeom>
            <a:noFill/>
            <a:ln>
              <a:noFill/>
            </a:ln>
          </p:spPr>
          <p:txBody>
            <a:bodyPr anchorCtr="0" anchor="t" bIns="0" lIns="0" spcFirstLastPara="1" rIns="0" wrap="square" tIns="0">
              <a:spAutoFit/>
            </a:bodyPr>
            <a:lstStyle/>
            <a:p>
              <a:pPr indent="0" lvl="0" marL="0" marR="0" rtl="0" algn="l">
                <a:lnSpc>
                  <a:spcPct val="26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63" name="Google Shape;763;p14"/>
          <p:cNvSpPr txBox="1"/>
          <p:nvPr/>
        </p:nvSpPr>
        <p:spPr>
          <a:xfrm>
            <a:off x="892447" y="2149519"/>
            <a:ext cx="7880773" cy="12464583"/>
          </a:xfrm>
          <a:prstGeom prst="rect">
            <a:avLst/>
          </a:prstGeom>
          <a:noFill/>
          <a:ln>
            <a:noFill/>
          </a:ln>
        </p:spPr>
        <p:txBody>
          <a:bodyPr anchorCtr="0" anchor="t" bIns="0" lIns="0" spcFirstLastPara="1" rIns="0" wrap="square" tIns="0">
            <a:spAutoFit/>
          </a:bodyPr>
          <a:lstStyle/>
          <a:p>
            <a:pPr indent="0" lvl="0" marL="0" marR="0" rtl="0" algn="l">
              <a:lnSpc>
                <a:spcPct val="150021"/>
              </a:lnSpc>
              <a:spcBef>
                <a:spcPts val="0"/>
              </a:spcBef>
              <a:spcAft>
                <a:spcPts val="0"/>
              </a:spcAft>
              <a:buNone/>
            </a:pPr>
            <a:r>
              <a:rPr b="1" i="0" lang="en-US" sz="2321" u="none" cap="none" strike="noStrike">
                <a:solidFill>
                  <a:srgbClr val="F4AD00"/>
                </a:solidFill>
                <a:latin typeface="Arial"/>
                <a:ea typeface="Arial"/>
                <a:cs typeface="Arial"/>
                <a:sym typeface="Arial"/>
              </a:rPr>
              <a:t>Các yếu tố quan trọng nhất trong việc định giá ô tô bao gồm:</a:t>
            </a:r>
            <a:endParaRPr/>
          </a:p>
          <a:p>
            <a:pPr indent="0" lvl="0" marL="0" marR="0" rtl="0" algn="l">
              <a:lnSpc>
                <a:spcPct val="150021"/>
              </a:lnSpc>
              <a:spcBef>
                <a:spcPts val="0"/>
              </a:spcBef>
              <a:spcAft>
                <a:spcPts val="0"/>
              </a:spcAft>
              <a:buNone/>
            </a:pPr>
            <a:r>
              <a:rPr b="1" i="0" lang="en-US" sz="2321" u="none" cap="none" strike="noStrike">
                <a:solidFill>
                  <a:srgbClr val="F4AD00"/>
                </a:solidFill>
                <a:latin typeface="Arial"/>
                <a:ea typeface="Arial"/>
                <a:cs typeface="Arial"/>
                <a:sym typeface="Arial"/>
              </a:rPr>
              <a:t>a) Kích thước xe:</a:t>
            </a:r>
            <a:endParaRPr/>
          </a:p>
          <a:p>
            <a:pPr indent="-250626" lvl="1" marL="501252" marR="0" rtl="0" algn="l">
              <a:lnSpc>
                <a:spcPct val="150021"/>
              </a:lnSpc>
              <a:spcBef>
                <a:spcPts val="0"/>
              </a:spcBef>
              <a:spcAft>
                <a:spcPts val="0"/>
              </a:spcAft>
              <a:buClr>
                <a:srgbClr val="F4AD00"/>
              </a:buClr>
              <a:buSzPts val="2321"/>
              <a:buFont typeface="Arial"/>
              <a:buChar char="•"/>
            </a:pPr>
            <a:r>
              <a:rPr b="1" i="0" lang="en-US" sz="2321" u="none" cap="none" strike="noStrike">
                <a:solidFill>
                  <a:srgbClr val="F4AD00"/>
                </a:solidFill>
                <a:latin typeface="Arial"/>
                <a:ea typeface="Arial"/>
                <a:cs typeface="Arial"/>
                <a:sym typeface="Arial"/>
              </a:rPr>
              <a:t>Chiều dài cơ sở (wheelbase)</a:t>
            </a:r>
            <a:endParaRPr/>
          </a:p>
          <a:p>
            <a:pPr indent="-250626" lvl="1" marL="501252" marR="0" rtl="0" algn="l">
              <a:lnSpc>
                <a:spcPct val="150021"/>
              </a:lnSpc>
              <a:spcBef>
                <a:spcPts val="0"/>
              </a:spcBef>
              <a:spcAft>
                <a:spcPts val="0"/>
              </a:spcAft>
              <a:buClr>
                <a:srgbClr val="F4AD00"/>
              </a:buClr>
              <a:buSzPts val="2321"/>
              <a:buFont typeface="Arial"/>
              <a:buChar char="•"/>
            </a:pPr>
            <a:r>
              <a:rPr b="1" i="0" lang="en-US" sz="2321" u="none" cap="none" strike="noStrike">
                <a:solidFill>
                  <a:srgbClr val="F4AD00"/>
                </a:solidFill>
                <a:latin typeface="Arial"/>
                <a:ea typeface="Arial"/>
                <a:cs typeface="Arial"/>
                <a:sym typeface="Arial"/>
              </a:rPr>
              <a:t>Chiều dài tổng thể (carlength)</a:t>
            </a:r>
            <a:endParaRPr/>
          </a:p>
          <a:p>
            <a:pPr indent="-250626" lvl="1" marL="501252" marR="0" rtl="0" algn="l">
              <a:lnSpc>
                <a:spcPct val="150021"/>
              </a:lnSpc>
              <a:spcBef>
                <a:spcPts val="0"/>
              </a:spcBef>
              <a:spcAft>
                <a:spcPts val="0"/>
              </a:spcAft>
              <a:buClr>
                <a:srgbClr val="F4AD00"/>
              </a:buClr>
              <a:buSzPts val="2321"/>
              <a:buFont typeface="Arial"/>
              <a:buChar char="•"/>
            </a:pPr>
            <a:r>
              <a:rPr b="1" i="0" lang="en-US" sz="2321" u="none" cap="none" strike="noStrike">
                <a:solidFill>
                  <a:srgbClr val="F4AD00"/>
                </a:solidFill>
                <a:latin typeface="Arial"/>
                <a:ea typeface="Arial"/>
                <a:cs typeface="Arial"/>
                <a:sym typeface="Arial"/>
              </a:rPr>
              <a:t>Chiều rộng (carwidth)</a:t>
            </a:r>
            <a:endParaRPr/>
          </a:p>
          <a:p>
            <a:pPr indent="0" lvl="0" marL="0" marR="0" rtl="0" algn="l">
              <a:lnSpc>
                <a:spcPct val="150021"/>
              </a:lnSpc>
              <a:spcBef>
                <a:spcPts val="0"/>
              </a:spcBef>
              <a:spcAft>
                <a:spcPts val="0"/>
              </a:spcAft>
              <a:buNone/>
            </a:pPr>
            <a:r>
              <a:rPr b="1" i="0" lang="en-US" sz="2321" u="none" cap="none" strike="noStrike">
                <a:solidFill>
                  <a:srgbClr val="F4AD00"/>
                </a:solidFill>
                <a:latin typeface="Arial"/>
                <a:ea typeface="Arial"/>
                <a:cs typeface="Arial"/>
                <a:sym typeface="Arial"/>
              </a:rPr>
              <a:t>b) Trọng lượng:</a:t>
            </a:r>
            <a:endParaRPr/>
          </a:p>
          <a:p>
            <a:pPr indent="-250626" lvl="1" marL="501252" marR="0" rtl="0" algn="l">
              <a:lnSpc>
                <a:spcPct val="150021"/>
              </a:lnSpc>
              <a:spcBef>
                <a:spcPts val="0"/>
              </a:spcBef>
              <a:spcAft>
                <a:spcPts val="0"/>
              </a:spcAft>
              <a:buClr>
                <a:srgbClr val="F4AD00"/>
              </a:buClr>
              <a:buSzPts val="2321"/>
              <a:buFont typeface="Arial"/>
              <a:buChar char="•"/>
            </a:pPr>
            <a:r>
              <a:rPr b="1" i="0" lang="en-US" sz="2321" u="none" cap="none" strike="noStrike">
                <a:solidFill>
                  <a:srgbClr val="F4AD00"/>
                </a:solidFill>
                <a:latin typeface="Arial"/>
                <a:ea typeface="Arial"/>
                <a:cs typeface="Arial"/>
                <a:sym typeface="Arial"/>
              </a:rPr>
              <a:t>Trọng lượng xe (curbweight)</a:t>
            </a:r>
            <a:endParaRPr/>
          </a:p>
          <a:p>
            <a:pPr indent="0" lvl="0" marL="0" marR="0" rtl="0" algn="l">
              <a:lnSpc>
                <a:spcPct val="150021"/>
              </a:lnSpc>
              <a:spcBef>
                <a:spcPts val="0"/>
              </a:spcBef>
              <a:spcAft>
                <a:spcPts val="0"/>
              </a:spcAft>
              <a:buNone/>
            </a:pPr>
            <a:r>
              <a:rPr b="1" i="0" lang="en-US" sz="2321" u="none" cap="none" strike="noStrike">
                <a:solidFill>
                  <a:srgbClr val="F4AD00"/>
                </a:solidFill>
                <a:latin typeface="Arial"/>
                <a:ea typeface="Arial"/>
                <a:cs typeface="Arial"/>
                <a:sym typeface="Arial"/>
              </a:rPr>
              <a:t>c) Đặc điểm động cơ:</a:t>
            </a:r>
            <a:endParaRPr/>
          </a:p>
          <a:p>
            <a:pPr indent="-250626" lvl="1" marL="501252" marR="0" rtl="0" algn="l">
              <a:lnSpc>
                <a:spcPct val="150021"/>
              </a:lnSpc>
              <a:spcBef>
                <a:spcPts val="0"/>
              </a:spcBef>
              <a:spcAft>
                <a:spcPts val="0"/>
              </a:spcAft>
              <a:buClr>
                <a:srgbClr val="F4AD00"/>
              </a:buClr>
              <a:buSzPts val="2321"/>
              <a:buFont typeface="Arial"/>
              <a:buChar char="•"/>
            </a:pPr>
            <a:r>
              <a:rPr b="1" i="0" lang="en-US" sz="2321" u="none" cap="none" strike="noStrike">
                <a:solidFill>
                  <a:srgbClr val="F4AD00"/>
                </a:solidFill>
                <a:latin typeface="Arial"/>
                <a:ea typeface="Arial"/>
                <a:cs typeface="Arial"/>
                <a:sym typeface="Arial"/>
              </a:rPr>
              <a:t>Kích thước động cơ (enginesize)</a:t>
            </a:r>
            <a:endParaRPr/>
          </a:p>
          <a:p>
            <a:pPr indent="-250626" lvl="1" marL="501252" marR="0" rtl="0" algn="l">
              <a:lnSpc>
                <a:spcPct val="150021"/>
              </a:lnSpc>
              <a:spcBef>
                <a:spcPts val="0"/>
              </a:spcBef>
              <a:spcAft>
                <a:spcPts val="0"/>
              </a:spcAft>
              <a:buClr>
                <a:srgbClr val="F4AD00"/>
              </a:buClr>
              <a:buSzPts val="2321"/>
              <a:buFont typeface="Arial"/>
              <a:buChar char="•"/>
            </a:pPr>
            <a:r>
              <a:rPr b="1" i="0" lang="en-US" sz="2321" u="none" cap="none" strike="noStrike">
                <a:solidFill>
                  <a:srgbClr val="F4AD00"/>
                </a:solidFill>
                <a:latin typeface="Arial"/>
                <a:ea typeface="Arial"/>
                <a:cs typeface="Arial"/>
                <a:sym typeface="Arial"/>
              </a:rPr>
              <a:t>Công suất (horsepower)</a:t>
            </a:r>
            <a:endParaRPr/>
          </a:p>
          <a:p>
            <a:pPr indent="0" lvl="0" marL="0" marR="0" rtl="0" algn="l">
              <a:lnSpc>
                <a:spcPct val="150021"/>
              </a:lnSpc>
              <a:spcBef>
                <a:spcPts val="0"/>
              </a:spcBef>
              <a:spcAft>
                <a:spcPts val="0"/>
              </a:spcAft>
              <a:buNone/>
            </a:pPr>
            <a:r>
              <a:rPr b="1" i="0" lang="en-US" sz="2321" u="none" cap="none" strike="noStrike">
                <a:solidFill>
                  <a:srgbClr val="F4AD00"/>
                </a:solidFill>
                <a:latin typeface="Arial"/>
                <a:ea typeface="Arial"/>
                <a:cs typeface="Arial"/>
                <a:sym typeface="Arial"/>
              </a:rPr>
              <a:t>d) Hiệu suất nhiên liệu:</a:t>
            </a:r>
            <a:endParaRPr/>
          </a:p>
          <a:p>
            <a:pPr indent="-250626" lvl="1" marL="501252" marR="0" rtl="0" algn="l">
              <a:lnSpc>
                <a:spcPct val="150021"/>
              </a:lnSpc>
              <a:spcBef>
                <a:spcPts val="0"/>
              </a:spcBef>
              <a:spcAft>
                <a:spcPts val="0"/>
              </a:spcAft>
              <a:buClr>
                <a:srgbClr val="F4AD00"/>
              </a:buClr>
              <a:buSzPts val="2321"/>
              <a:buFont typeface="Arial"/>
              <a:buChar char="•"/>
            </a:pPr>
            <a:r>
              <a:rPr b="1" i="0" lang="en-US" sz="2321" u="none" cap="none" strike="noStrike">
                <a:solidFill>
                  <a:srgbClr val="F4AD00"/>
                </a:solidFill>
                <a:latin typeface="Arial"/>
                <a:ea typeface="Arial"/>
                <a:cs typeface="Arial"/>
                <a:sym typeface="Arial"/>
              </a:rPr>
              <a:t>Mức tiêu thụ nhiên liệu trong thành phố (citympg)</a:t>
            </a:r>
            <a:endParaRPr/>
          </a:p>
          <a:p>
            <a:pPr indent="-250626" lvl="1" marL="501252" marR="0" rtl="0" algn="l">
              <a:lnSpc>
                <a:spcPct val="150021"/>
              </a:lnSpc>
              <a:spcBef>
                <a:spcPts val="0"/>
              </a:spcBef>
              <a:spcAft>
                <a:spcPts val="0"/>
              </a:spcAft>
              <a:buClr>
                <a:srgbClr val="F4AD00"/>
              </a:buClr>
              <a:buSzPts val="2321"/>
              <a:buFont typeface="Arial"/>
              <a:buChar char="•"/>
            </a:pPr>
            <a:r>
              <a:rPr b="1" i="0" lang="en-US" sz="2321" u="none" cap="none" strike="noStrike">
                <a:solidFill>
                  <a:srgbClr val="F4AD00"/>
                </a:solidFill>
                <a:latin typeface="Arial"/>
                <a:ea typeface="Arial"/>
                <a:cs typeface="Arial"/>
                <a:sym typeface="Arial"/>
              </a:rPr>
              <a:t>Mức tiêu thụ nhiên liệu trên đường cao tốc (highwaympg)</a:t>
            </a:r>
            <a:endParaRPr/>
          </a:p>
          <a:p>
            <a:pPr indent="0" lvl="0" marL="0" marR="0" rtl="0" algn="l">
              <a:lnSpc>
                <a:spcPct val="170012"/>
              </a:lnSpc>
              <a:spcBef>
                <a:spcPts val="0"/>
              </a:spcBef>
              <a:spcAft>
                <a:spcPts val="0"/>
              </a:spcAft>
              <a:buNone/>
            </a:pPr>
            <a:r>
              <a:t/>
            </a:r>
            <a:endParaRPr b="1" i="0" sz="2321" u="none" cap="none" strike="noStrike">
              <a:solidFill>
                <a:srgbClr val="F4AD00"/>
              </a:solidFill>
              <a:latin typeface="Arial"/>
              <a:ea typeface="Arial"/>
              <a:cs typeface="Arial"/>
              <a:sym typeface="Arial"/>
            </a:endParaRPr>
          </a:p>
          <a:p>
            <a:pPr indent="0" lvl="0" marL="0" marR="0" rtl="0" algn="l">
              <a:lnSpc>
                <a:spcPct val="170012"/>
              </a:lnSpc>
              <a:spcBef>
                <a:spcPts val="0"/>
              </a:spcBef>
              <a:spcAft>
                <a:spcPts val="0"/>
              </a:spcAft>
              <a:buNone/>
            </a:pPr>
            <a:r>
              <a:t/>
            </a:r>
            <a:endParaRPr b="1" i="0" sz="2321" u="none" cap="none" strike="noStrike">
              <a:solidFill>
                <a:srgbClr val="F4AD00"/>
              </a:solidFill>
              <a:latin typeface="Arial"/>
              <a:ea typeface="Arial"/>
              <a:cs typeface="Arial"/>
              <a:sym typeface="Arial"/>
            </a:endParaRPr>
          </a:p>
          <a:p>
            <a:pPr indent="0" lvl="0" marL="0" marR="0" rtl="0" algn="l">
              <a:lnSpc>
                <a:spcPct val="170012"/>
              </a:lnSpc>
              <a:spcBef>
                <a:spcPts val="0"/>
              </a:spcBef>
              <a:spcAft>
                <a:spcPts val="0"/>
              </a:spcAft>
              <a:buNone/>
            </a:pPr>
            <a:r>
              <a:t/>
            </a:r>
            <a:endParaRPr b="1" i="0" sz="2321" u="none" cap="none" strike="noStrike">
              <a:solidFill>
                <a:srgbClr val="F4AD00"/>
              </a:solidFill>
              <a:latin typeface="Arial"/>
              <a:ea typeface="Arial"/>
              <a:cs typeface="Arial"/>
              <a:sym typeface="Arial"/>
            </a:endParaRPr>
          </a:p>
          <a:p>
            <a:pPr indent="0" lvl="0" marL="0" marR="0" rtl="0" algn="l">
              <a:lnSpc>
                <a:spcPct val="170012"/>
              </a:lnSpc>
              <a:spcBef>
                <a:spcPts val="0"/>
              </a:spcBef>
              <a:spcAft>
                <a:spcPts val="0"/>
              </a:spcAft>
              <a:buNone/>
            </a:pPr>
            <a:r>
              <a:t/>
            </a:r>
            <a:endParaRPr b="1" i="0" sz="2321" u="none" cap="none" strike="noStrike">
              <a:solidFill>
                <a:srgbClr val="F4AD00"/>
              </a:solidFill>
              <a:latin typeface="Arial"/>
              <a:ea typeface="Arial"/>
              <a:cs typeface="Arial"/>
              <a:sym typeface="Arial"/>
            </a:endParaRPr>
          </a:p>
          <a:p>
            <a:pPr indent="0" lvl="0" marL="0" marR="0" rtl="0" algn="l">
              <a:lnSpc>
                <a:spcPct val="170012"/>
              </a:lnSpc>
              <a:spcBef>
                <a:spcPts val="0"/>
              </a:spcBef>
              <a:spcAft>
                <a:spcPts val="0"/>
              </a:spcAft>
              <a:buNone/>
            </a:pPr>
            <a:r>
              <a:t/>
            </a:r>
            <a:endParaRPr b="1" i="0" sz="2321" u="none" cap="none" strike="noStrike">
              <a:solidFill>
                <a:srgbClr val="F4AD00"/>
              </a:solidFill>
              <a:latin typeface="Arial"/>
              <a:ea typeface="Arial"/>
              <a:cs typeface="Arial"/>
              <a:sym typeface="Arial"/>
            </a:endParaRPr>
          </a:p>
          <a:p>
            <a:pPr indent="0" lvl="0" marL="0" marR="0" rtl="0" algn="l">
              <a:lnSpc>
                <a:spcPct val="170012"/>
              </a:lnSpc>
              <a:spcBef>
                <a:spcPts val="0"/>
              </a:spcBef>
              <a:spcAft>
                <a:spcPts val="0"/>
              </a:spcAft>
              <a:buNone/>
            </a:pPr>
            <a:r>
              <a:t/>
            </a:r>
            <a:endParaRPr b="1" i="0" sz="2321" u="none" cap="none" strike="noStrike">
              <a:solidFill>
                <a:srgbClr val="F4AD00"/>
              </a:solidFill>
              <a:latin typeface="Arial"/>
              <a:ea typeface="Arial"/>
              <a:cs typeface="Arial"/>
              <a:sym typeface="Arial"/>
            </a:endParaRPr>
          </a:p>
          <a:p>
            <a:pPr indent="0" lvl="0" marL="0" marR="0" rtl="0" algn="l">
              <a:lnSpc>
                <a:spcPct val="170012"/>
              </a:lnSpc>
              <a:spcBef>
                <a:spcPts val="0"/>
              </a:spcBef>
              <a:spcAft>
                <a:spcPts val="0"/>
              </a:spcAft>
              <a:buNone/>
            </a:pPr>
            <a:r>
              <a:t/>
            </a:r>
            <a:endParaRPr b="1" i="0" sz="2321" u="none" cap="none" strike="noStrike">
              <a:solidFill>
                <a:srgbClr val="F4AD00"/>
              </a:solidFill>
              <a:latin typeface="Arial"/>
              <a:ea typeface="Arial"/>
              <a:cs typeface="Arial"/>
              <a:sym typeface="Arial"/>
            </a:endParaRPr>
          </a:p>
          <a:p>
            <a:pPr indent="0" lvl="0" marL="0" marR="0" rtl="0" algn="l">
              <a:lnSpc>
                <a:spcPct val="170012"/>
              </a:lnSpc>
              <a:spcBef>
                <a:spcPts val="0"/>
              </a:spcBef>
              <a:spcAft>
                <a:spcPts val="0"/>
              </a:spcAft>
              <a:buNone/>
            </a:pPr>
            <a:r>
              <a:t/>
            </a:r>
            <a:endParaRPr b="1" i="0" sz="2321" u="none" cap="none" strike="noStrike">
              <a:solidFill>
                <a:srgbClr val="F4AD00"/>
              </a:solidFill>
              <a:latin typeface="Arial"/>
              <a:ea typeface="Arial"/>
              <a:cs typeface="Arial"/>
              <a:sym typeface="Arial"/>
            </a:endParaRPr>
          </a:p>
          <a:p>
            <a:pPr indent="0" lvl="0" marL="0" marR="0" rtl="0" algn="l">
              <a:lnSpc>
                <a:spcPct val="170012"/>
              </a:lnSpc>
              <a:spcBef>
                <a:spcPts val="0"/>
              </a:spcBef>
              <a:spcAft>
                <a:spcPts val="0"/>
              </a:spcAft>
              <a:buNone/>
            </a:pPr>
            <a:r>
              <a:t/>
            </a:r>
            <a:endParaRPr b="1" i="0" sz="2321" u="none" cap="none" strike="noStrike">
              <a:solidFill>
                <a:srgbClr val="F4AD00"/>
              </a:solidFill>
              <a:latin typeface="Arial"/>
              <a:ea typeface="Arial"/>
              <a:cs typeface="Arial"/>
              <a:sym typeface="Arial"/>
            </a:endParaRPr>
          </a:p>
          <a:p>
            <a:pPr indent="0" lvl="0" marL="0" marR="0" rtl="0" algn="l">
              <a:lnSpc>
                <a:spcPct val="170012"/>
              </a:lnSpc>
              <a:spcBef>
                <a:spcPts val="0"/>
              </a:spcBef>
              <a:spcAft>
                <a:spcPts val="0"/>
              </a:spcAft>
              <a:buNone/>
            </a:pPr>
            <a:r>
              <a:t/>
            </a:r>
            <a:endParaRPr b="1" i="0" sz="2321" u="none" cap="none" strike="noStrike">
              <a:solidFill>
                <a:srgbClr val="F4AD00"/>
              </a:solidFill>
              <a:latin typeface="Arial"/>
              <a:ea typeface="Arial"/>
              <a:cs typeface="Arial"/>
              <a:sym typeface="Arial"/>
            </a:endParaRPr>
          </a:p>
          <a:p>
            <a:pPr indent="0" lvl="0" marL="0" marR="0" rtl="0" algn="l">
              <a:lnSpc>
                <a:spcPct val="170012"/>
              </a:lnSpc>
              <a:spcBef>
                <a:spcPts val="0"/>
              </a:spcBef>
              <a:spcAft>
                <a:spcPts val="0"/>
              </a:spcAft>
              <a:buNone/>
            </a:pPr>
            <a:r>
              <a:t/>
            </a:r>
            <a:endParaRPr b="1" i="0" sz="2321" u="none" cap="none" strike="noStrike">
              <a:solidFill>
                <a:srgbClr val="F4AD00"/>
              </a:solidFill>
              <a:latin typeface="Arial"/>
              <a:ea typeface="Arial"/>
              <a:cs typeface="Arial"/>
              <a:sym typeface="Arial"/>
            </a:endParaRPr>
          </a:p>
          <a:p>
            <a:pPr indent="0" lvl="0" marL="0" marR="0" rtl="0" algn="l">
              <a:lnSpc>
                <a:spcPct val="170012"/>
              </a:lnSpc>
              <a:spcBef>
                <a:spcPts val="0"/>
              </a:spcBef>
              <a:spcAft>
                <a:spcPts val="0"/>
              </a:spcAft>
              <a:buNone/>
            </a:pPr>
            <a:r>
              <a:t/>
            </a:r>
            <a:endParaRPr b="1" i="0" sz="2321" u="none" cap="none" strike="noStrike">
              <a:solidFill>
                <a:srgbClr val="F4AD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AD00"/>
        </a:solidFill>
      </p:bgPr>
    </p:bg>
    <p:spTree>
      <p:nvGrpSpPr>
        <p:cNvPr id="767" name="Shape 767"/>
        <p:cNvGrpSpPr/>
        <p:nvPr/>
      </p:nvGrpSpPr>
      <p:grpSpPr>
        <a:xfrm>
          <a:off x="0" y="0"/>
          <a:ext cx="0" cy="0"/>
          <a:chOff x="0" y="0"/>
          <a:chExt cx="0" cy="0"/>
        </a:xfrm>
      </p:grpSpPr>
      <p:sp>
        <p:nvSpPr>
          <p:cNvPr id="768" name="Google Shape;768;p15"/>
          <p:cNvSpPr/>
          <p:nvPr/>
        </p:nvSpPr>
        <p:spPr>
          <a:xfrm>
            <a:off x="8031602" y="0"/>
            <a:ext cx="7312406" cy="6719927"/>
          </a:xfrm>
          <a:custGeom>
            <a:rect b="b" l="l" r="r" t="t"/>
            <a:pathLst>
              <a:path extrusionOk="0" h="6719927" w="7312406">
                <a:moveTo>
                  <a:pt x="0" y="0"/>
                </a:moveTo>
                <a:lnTo>
                  <a:pt x="7312406" y="0"/>
                </a:lnTo>
                <a:lnTo>
                  <a:pt x="7312406" y="6719927"/>
                </a:lnTo>
                <a:lnTo>
                  <a:pt x="0" y="6719927"/>
                </a:lnTo>
                <a:lnTo>
                  <a:pt x="0" y="0"/>
                </a:lnTo>
                <a:close/>
              </a:path>
            </a:pathLst>
          </a:custGeom>
          <a:blipFill rotWithShape="1">
            <a:blip r:embed="rId3">
              <a:alphaModFix/>
            </a:blip>
            <a:stretch>
              <a:fillRect b="-2014" l="0" r="0" t="-20078"/>
            </a:stretch>
          </a:blipFill>
          <a:ln>
            <a:noFill/>
          </a:ln>
        </p:spPr>
      </p:sp>
      <p:grpSp>
        <p:nvGrpSpPr>
          <p:cNvPr id="769" name="Google Shape;769;p15"/>
          <p:cNvGrpSpPr/>
          <p:nvPr/>
        </p:nvGrpSpPr>
        <p:grpSpPr>
          <a:xfrm rot="-5400000">
            <a:off x="963081" y="4872051"/>
            <a:ext cx="13664400" cy="542898"/>
            <a:chOff x="0" y="-630192"/>
            <a:chExt cx="18219200" cy="723867"/>
          </a:xfrm>
        </p:grpSpPr>
        <p:grpSp>
          <p:nvGrpSpPr>
            <p:cNvPr id="770" name="Google Shape;770;p15"/>
            <p:cNvGrpSpPr/>
            <p:nvPr/>
          </p:nvGrpSpPr>
          <p:grpSpPr>
            <a:xfrm>
              <a:off x="0" y="-630192"/>
              <a:ext cx="2788000" cy="723867"/>
              <a:chOff x="0" y="-123825"/>
              <a:chExt cx="547795" cy="142231"/>
            </a:xfrm>
          </p:grpSpPr>
          <p:sp>
            <p:nvSpPr>
              <p:cNvPr id="771" name="Google Shape;771;p15"/>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772" name="Google Shape;772;p15"/>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73" name="Google Shape;773;p15"/>
            <p:cNvGrpSpPr/>
            <p:nvPr/>
          </p:nvGrpSpPr>
          <p:grpSpPr>
            <a:xfrm>
              <a:off x="11570400" y="-630192"/>
              <a:ext cx="2788000" cy="723867"/>
              <a:chOff x="0" y="-123825"/>
              <a:chExt cx="547795" cy="142231"/>
            </a:xfrm>
          </p:grpSpPr>
          <p:sp>
            <p:nvSpPr>
              <p:cNvPr id="774" name="Google Shape;774;p15"/>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775" name="Google Shape;775;p15"/>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76" name="Google Shape;776;p15"/>
            <p:cNvGrpSpPr/>
            <p:nvPr/>
          </p:nvGrpSpPr>
          <p:grpSpPr>
            <a:xfrm>
              <a:off x="3860800" y="-630192"/>
              <a:ext cx="2788000" cy="723867"/>
              <a:chOff x="0" y="-123825"/>
              <a:chExt cx="547795" cy="142231"/>
            </a:xfrm>
          </p:grpSpPr>
          <p:sp>
            <p:nvSpPr>
              <p:cNvPr id="777" name="Google Shape;777;p15"/>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778" name="Google Shape;778;p15"/>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79" name="Google Shape;779;p15"/>
            <p:cNvGrpSpPr/>
            <p:nvPr/>
          </p:nvGrpSpPr>
          <p:grpSpPr>
            <a:xfrm>
              <a:off x="15431200" y="-630192"/>
              <a:ext cx="2788000" cy="723867"/>
              <a:chOff x="0" y="-123825"/>
              <a:chExt cx="547795" cy="142231"/>
            </a:xfrm>
          </p:grpSpPr>
          <p:sp>
            <p:nvSpPr>
              <p:cNvPr id="780" name="Google Shape;780;p15"/>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781" name="Google Shape;781;p15"/>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82" name="Google Shape;782;p15"/>
            <p:cNvGrpSpPr/>
            <p:nvPr/>
          </p:nvGrpSpPr>
          <p:grpSpPr>
            <a:xfrm>
              <a:off x="7715600" y="-630192"/>
              <a:ext cx="2788000" cy="723867"/>
              <a:chOff x="0" y="-123825"/>
              <a:chExt cx="547795" cy="142231"/>
            </a:xfrm>
          </p:grpSpPr>
          <p:sp>
            <p:nvSpPr>
              <p:cNvPr id="783" name="Google Shape;783;p15"/>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784" name="Google Shape;784;p15"/>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785" name="Google Shape;785;p15"/>
          <p:cNvGrpSpPr/>
          <p:nvPr/>
        </p:nvGrpSpPr>
        <p:grpSpPr>
          <a:xfrm rot="-5400000">
            <a:off x="-207272" y="-487704"/>
            <a:ext cx="11215802" cy="11741553"/>
            <a:chOff x="0" y="-123825"/>
            <a:chExt cx="2953956" cy="3092426"/>
          </a:xfrm>
        </p:grpSpPr>
        <p:sp>
          <p:nvSpPr>
            <p:cNvPr id="786" name="Google Shape;786;p15"/>
            <p:cNvSpPr/>
            <p:nvPr/>
          </p:nvSpPr>
          <p:spPr>
            <a:xfrm>
              <a:off x="0" y="0"/>
              <a:ext cx="2953956" cy="2968601"/>
            </a:xfrm>
            <a:custGeom>
              <a:rect b="b" l="l" r="r" t="t"/>
              <a:pathLst>
                <a:path extrusionOk="0" h="2968601" w="2953956">
                  <a:moveTo>
                    <a:pt x="0" y="0"/>
                  </a:moveTo>
                  <a:lnTo>
                    <a:pt x="2953956" y="0"/>
                  </a:lnTo>
                  <a:lnTo>
                    <a:pt x="2953956" y="2968601"/>
                  </a:lnTo>
                  <a:lnTo>
                    <a:pt x="0" y="2968601"/>
                  </a:lnTo>
                  <a:close/>
                </a:path>
              </a:pathLst>
            </a:custGeom>
            <a:solidFill>
              <a:srgbClr val="0B1541"/>
            </a:solidFill>
            <a:ln>
              <a:noFill/>
            </a:ln>
          </p:spPr>
        </p:sp>
        <p:sp>
          <p:nvSpPr>
            <p:cNvPr id="787" name="Google Shape;787;p15"/>
            <p:cNvSpPr txBox="1"/>
            <p:nvPr/>
          </p:nvSpPr>
          <p:spPr>
            <a:xfrm>
              <a:off x="0" y="-123825"/>
              <a:ext cx="2953956" cy="3092426"/>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88" name="Google Shape;788;p15"/>
          <p:cNvSpPr/>
          <p:nvPr/>
        </p:nvSpPr>
        <p:spPr>
          <a:xfrm>
            <a:off x="9287443" y="4563905"/>
            <a:ext cx="16301121" cy="6164788"/>
          </a:xfrm>
          <a:custGeom>
            <a:rect b="b" l="l" r="r" t="t"/>
            <a:pathLst>
              <a:path extrusionOk="0" h="6164788" w="16301121">
                <a:moveTo>
                  <a:pt x="0" y="0"/>
                </a:moveTo>
                <a:lnTo>
                  <a:pt x="16301121" y="0"/>
                </a:lnTo>
                <a:lnTo>
                  <a:pt x="16301121" y="6164787"/>
                </a:lnTo>
                <a:lnTo>
                  <a:pt x="0" y="6164787"/>
                </a:lnTo>
                <a:lnTo>
                  <a:pt x="0" y="0"/>
                </a:lnTo>
                <a:close/>
              </a:path>
            </a:pathLst>
          </a:custGeom>
          <a:blipFill rotWithShape="1">
            <a:blip r:embed="rId4">
              <a:alphaModFix/>
            </a:blip>
            <a:stretch>
              <a:fillRect b="0" l="0" r="0" t="0"/>
            </a:stretch>
          </a:blipFill>
          <a:ln>
            <a:noFill/>
          </a:ln>
        </p:spPr>
      </p:sp>
      <p:grpSp>
        <p:nvGrpSpPr>
          <p:cNvPr id="789" name="Google Shape;789;p15"/>
          <p:cNvGrpSpPr/>
          <p:nvPr/>
        </p:nvGrpSpPr>
        <p:grpSpPr>
          <a:xfrm>
            <a:off x="2498000" y="591446"/>
            <a:ext cx="9189806" cy="2480623"/>
            <a:chOff x="0" y="104775"/>
            <a:chExt cx="12253074" cy="3307497"/>
          </a:xfrm>
        </p:grpSpPr>
        <p:sp>
          <p:nvSpPr>
            <p:cNvPr id="790" name="Google Shape;790;p15"/>
            <p:cNvSpPr txBox="1"/>
            <p:nvPr/>
          </p:nvSpPr>
          <p:spPr>
            <a:xfrm>
              <a:off x="0" y="104775"/>
              <a:ext cx="12253074" cy="1992591"/>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5680" u="none" cap="none" strike="noStrike">
                  <a:solidFill>
                    <a:srgbClr val="F88219"/>
                  </a:solidFill>
                  <a:latin typeface="Montserrat"/>
                  <a:ea typeface="Montserrat"/>
                  <a:cs typeface="Montserrat"/>
                  <a:sym typeface="Montserrat"/>
                </a:rPr>
                <a:t>5.KẾT LUẬN VÀ ĐỀ XUẤT</a:t>
              </a:r>
              <a:endParaRPr/>
            </a:p>
          </p:txBody>
        </p:sp>
        <p:sp>
          <p:nvSpPr>
            <p:cNvPr id="791" name="Google Shape;791;p15"/>
            <p:cNvSpPr txBox="1"/>
            <p:nvPr/>
          </p:nvSpPr>
          <p:spPr>
            <a:xfrm>
              <a:off x="0" y="2641591"/>
              <a:ext cx="12253074" cy="770681"/>
            </a:xfrm>
            <a:prstGeom prst="rect">
              <a:avLst/>
            </a:prstGeom>
            <a:noFill/>
            <a:ln>
              <a:noFill/>
            </a:ln>
          </p:spPr>
          <p:txBody>
            <a:bodyPr anchorCtr="0" anchor="t" bIns="0" lIns="0" spcFirstLastPara="1" rIns="0" wrap="square" tIns="0">
              <a:spAutoFit/>
            </a:bodyPr>
            <a:lstStyle/>
            <a:p>
              <a:pPr indent="0" lvl="0" marL="0" marR="0" rtl="0" algn="l">
                <a:lnSpc>
                  <a:spcPct val="26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92" name="Google Shape;792;p15"/>
          <p:cNvSpPr txBox="1"/>
          <p:nvPr/>
        </p:nvSpPr>
        <p:spPr>
          <a:xfrm>
            <a:off x="1028700" y="2707715"/>
            <a:ext cx="7880773" cy="5892333"/>
          </a:xfrm>
          <a:prstGeom prst="rect">
            <a:avLst/>
          </a:prstGeom>
          <a:noFill/>
          <a:ln>
            <a:noFill/>
          </a:ln>
        </p:spPr>
        <p:txBody>
          <a:bodyPr anchorCtr="0" anchor="t" bIns="0" lIns="0" spcFirstLastPara="1" rIns="0" wrap="square" tIns="0">
            <a:spAutoFit/>
          </a:bodyPr>
          <a:lstStyle/>
          <a:p>
            <a:pPr indent="0" lvl="0" marL="0" marR="0" rtl="0" algn="ctr">
              <a:lnSpc>
                <a:spcPct val="150017"/>
              </a:lnSpc>
              <a:spcBef>
                <a:spcPts val="0"/>
              </a:spcBef>
              <a:spcAft>
                <a:spcPts val="0"/>
              </a:spcAft>
              <a:buNone/>
            </a:pPr>
            <a:r>
              <a:rPr b="1" i="0" lang="en-US" sz="2821" u="none" cap="none" strike="noStrike">
                <a:solidFill>
                  <a:srgbClr val="F4AD00"/>
                </a:solidFill>
                <a:latin typeface="Arial"/>
                <a:ea typeface="Arial"/>
                <a:cs typeface="Arial"/>
                <a:sym typeface="Arial"/>
              </a:rPr>
              <a:t>Các thông số nào của ô tô sẽ ảnh hưởng đến giá của chiếc ô tô đó?</a:t>
            </a:r>
            <a:endParaRPr/>
          </a:p>
          <a:p>
            <a:pPr indent="0" lvl="0" marL="0" marR="0" rtl="0" algn="l">
              <a:lnSpc>
                <a:spcPct val="150021"/>
              </a:lnSpc>
              <a:spcBef>
                <a:spcPts val="0"/>
              </a:spcBef>
              <a:spcAft>
                <a:spcPts val="0"/>
              </a:spcAft>
              <a:buNone/>
            </a:pPr>
            <a:r>
              <a:rPr b="1" i="0" lang="en-US" sz="2321" u="none" cap="none" strike="noStrike">
                <a:solidFill>
                  <a:srgbClr val="F4AD00"/>
                </a:solidFill>
                <a:latin typeface="Arial"/>
                <a:ea typeface="Arial"/>
                <a:cs typeface="Arial"/>
                <a:sym typeface="Arial"/>
              </a:rPr>
              <a:t>Ngoài các yếu tố quan trọng đã đề cập, các thông số khác cũng có ảnh hưởng đáng kể đến giá xe:</a:t>
            </a:r>
            <a:endParaRPr/>
          </a:p>
          <a:p>
            <a:pPr indent="0" lvl="0" marL="0" marR="0" rtl="0" algn="l">
              <a:lnSpc>
                <a:spcPct val="150021"/>
              </a:lnSpc>
              <a:spcBef>
                <a:spcPts val="0"/>
              </a:spcBef>
              <a:spcAft>
                <a:spcPts val="0"/>
              </a:spcAft>
              <a:buNone/>
            </a:pPr>
            <a:r>
              <a:rPr b="1" i="0" lang="en-US" sz="2321" u="none" cap="none" strike="noStrike">
                <a:solidFill>
                  <a:srgbClr val="F4AD00"/>
                </a:solidFill>
                <a:latin typeface="Arial"/>
                <a:ea typeface="Arial"/>
                <a:cs typeface="Arial"/>
                <a:sym typeface="Arial"/>
              </a:rPr>
              <a:t>a) Loại nhiên liệu (fueltype) </a:t>
            </a:r>
            <a:endParaRPr/>
          </a:p>
          <a:p>
            <a:pPr indent="0" lvl="0" marL="0" marR="0" rtl="0" algn="l">
              <a:lnSpc>
                <a:spcPct val="150021"/>
              </a:lnSpc>
              <a:spcBef>
                <a:spcPts val="0"/>
              </a:spcBef>
              <a:spcAft>
                <a:spcPts val="0"/>
              </a:spcAft>
              <a:buNone/>
            </a:pPr>
            <a:r>
              <a:rPr b="1" i="0" lang="en-US" sz="2321" u="none" cap="none" strike="noStrike">
                <a:solidFill>
                  <a:srgbClr val="F4AD00"/>
                </a:solidFill>
                <a:latin typeface="Arial"/>
                <a:ea typeface="Arial"/>
                <a:cs typeface="Arial"/>
                <a:sym typeface="Arial"/>
              </a:rPr>
              <a:t>b) Hệ thống tăng áp (aspiration) </a:t>
            </a:r>
            <a:endParaRPr/>
          </a:p>
          <a:p>
            <a:pPr indent="0" lvl="0" marL="0" marR="0" rtl="0" algn="l">
              <a:lnSpc>
                <a:spcPct val="150021"/>
              </a:lnSpc>
              <a:spcBef>
                <a:spcPts val="0"/>
              </a:spcBef>
              <a:spcAft>
                <a:spcPts val="0"/>
              </a:spcAft>
              <a:buNone/>
            </a:pPr>
            <a:r>
              <a:rPr b="1" i="0" lang="en-US" sz="2321" u="none" cap="none" strike="noStrike">
                <a:solidFill>
                  <a:srgbClr val="F4AD00"/>
                </a:solidFill>
                <a:latin typeface="Arial"/>
                <a:ea typeface="Arial"/>
                <a:cs typeface="Arial"/>
                <a:sym typeface="Arial"/>
              </a:rPr>
              <a:t>c) Hệ thống dẫn động (drivewheel) </a:t>
            </a:r>
            <a:endParaRPr/>
          </a:p>
          <a:p>
            <a:pPr indent="0" lvl="0" marL="0" marR="0" rtl="0" algn="l">
              <a:lnSpc>
                <a:spcPct val="150021"/>
              </a:lnSpc>
              <a:spcBef>
                <a:spcPts val="0"/>
              </a:spcBef>
              <a:spcAft>
                <a:spcPts val="0"/>
              </a:spcAft>
              <a:buNone/>
            </a:pPr>
            <a:r>
              <a:rPr b="1" i="0" lang="en-US" sz="2321" u="none" cap="none" strike="noStrike">
                <a:solidFill>
                  <a:srgbClr val="F4AD00"/>
                </a:solidFill>
                <a:latin typeface="Arial"/>
                <a:ea typeface="Arial"/>
                <a:cs typeface="Arial"/>
                <a:sym typeface="Arial"/>
              </a:rPr>
              <a:t>d) Vị trí động cơ (enginelocation) </a:t>
            </a:r>
            <a:endParaRPr/>
          </a:p>
          <a:p>
            <a:pPr indent="0" lvl="0" marL="0" marR="0" rtl="0" algn="l">
              <a:lnSpc>
                <a:spcPct val="150021"/>
              </a:lnSpc>
              <a:spcBef>
                <a:spcPts val="0"/>
              </a:spcBef>
              <a:spcAft>
                <a:spcPts val="0"/>
              </a:spcAft>
              <a:buNone/>
            </a:pPr>
            <a:r>
              <a:rPr b="1" i="0" lang="en-US" sz="2321" u="none" cap="none" strike="noStrike">
                <a:solidFill>
                  <a:srgbClr val="F4AD00"/>
                </a:solidFill>
                <a:latin typeface="Arial"/>
                <a:ea typeface="Arial"/>
                <a:cs typeface="Arial"/>
                <a:sym typeface="Arial"/>
              </a:rPr>
              <a:t>e) Chiều cao xe (carheight) </a:t>
            </a:r>
            <a:endParaRPr/>
          </a:p>
          <a:p>
            <a:pPr indent="0" lvl="0" marL="0" marR="0" rtl="0" algn="l">
              <a:lnSpc>
                <a:spcPct val="150021"/>
              </a:lnSpc>
              <a:spcBef>
                <a:spcPts val="0"/>
              </a:spcBef>
              <a:spcAft>
                <a:spcPts val="0"/>
              </a:spcAft>
              <a:buNone/>
            </a:pPr>
            <a:r>
              <a:rPr b="1" i="0" lang="en-US" sz="2321" u="none" cap="none" strike="noStrike">
                <a:solidFill>
                  <a:srgbClr val="F4AD00"/>
                </a:solidFill>
                <a:latin typeface="Arial"/>
                <a:ea typeface="Arial"/>
                <a:cs typeface="Arial"/>
                <a:sym typeface="Arial"/>
              </a:rPr>
              <a:t>f) Hệ thống nhiên liệu (fuelsystem) </a:t>
            </a:r>
            <a:endParaRPr/>
          </a:p>
          <a:p>
            <a:pPr indent="0" lvl="0" marL="0" marR="0" rtl="0" algn="l">
              <a:lnSpc>
                <a:spcPct val="150021"/>
              </a:lnSpc>
              <a:spcBef>
                <a:spcPts val="0"/>
              </a:spcBef>
              <a:spcAft>
                <a:spcPts val="0"/>
              </a:spcAft>
              <a:buNone/>
            </a:pPr>
            <a:r>
              <a:rPr b="1" i="0" lang="en-US" sz="2321" u="none" cap="none" strike="noStrike">
                <a:solidFill>
                  <a:srgbClr val="F4AD00"/>
                </a:solidFill>
                <a:latin typeface="Arial"/>
                <a:ea typeface="Arial"/>
                <a:cs typeface="Arial"/>
                <a:sym typeface="Arial"/>
              </a:rPr>
              <a:t>g) Tỷ số đường kính xy-lanh (boreratio)</a:t>
            </a:r>
            <a:endParaRPr/>
          </a:p>
          <a:p>
            <a:pPr indent="0" lvl="0" marL="0" marR="0" rtl="0" algn="l">
              <a:lnSpc>
                <a:spcPct val="150021"/>
              </a:lnSpc>
              <a:spcBef>
                <a:spcPts val="0"/>
              </a:spcBef>
              <a:spcAft>
                <a:spcPts val="0"/>
              </a:spcAft>
              <a:buNone/>
            </a:pPr>
            <a:r>
              <a:rPr b="1" i="0" lang="en-US" sz="2321" u="none" cap="none" strike="noStrike">
                <a:solidFill>
                  <a:srgbClr val="F4AD00"/>
                </a:solidFill>
                <a:latin typeface="Arial"/>
                <a:ea typeface="Arial"/>
                <a:cs typeface="Arial"/>
                <a:sym typeface="Arial"/>
              </a:rPr>
              <a:t>h) Hành trình piston (stroke)</a:t>
            </a:r>
            <a:endParaRPr/>
          </a:p>
          <a:p>
            <a:pPr indent="0" lvl="0" marL="0" marR="0" rtl="0" algn="l">
              <a:lnSpc>
                <a:spcPct val="170012"/>
              </a:lnSpc>
              <a:spcBef>
                <a:spcPts val="0"/>
              </a:spcBef>
              <a:spcAft>
                <a:spcPts val="0"/>
              </a:spcAft>
              <a:buNone/>
            </a:pPr>
            <a:r>
              <a:t/>
            </a:r>
            <a:endParaRPr b="1" i="0" sz="2321" u="none" cap="none" strike="noStrike">
              <a:solidFill>
                <a:srgbClr val="F4AD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AD00"/>
        </a:solidFill>
      </p:bgPr>
    </p:bg>
    <p:spTree>
      <p:nvGrpSpPr>
        <p:cNvPr id="796" name="Shape 796"/>
        <p:cNvGrpSpPr/>
        <p:nvPr/>
      </p:nvGrpSpPr>
      <p:grpSpPr>
        <a:xfrm>
          <a:off x="0" y="0"/>
          <a:ext cx="0" cy="0"/>
          <a:chOff x="0" y="0"/>
          <a:chExt cx="0" cy="0"/>
        </a:xfrm>
      </p:grpSpPr>
      <p:sp>
        <p:nvSpPr>
          <p:cNvPr id="797" name="Google Shape;797;p16"/>
          <p:cNvSpPr/>
          <p:nvPr/>
        </p:nvSpPr>
        <p:spPr>
          <a:xfrm>
            <a:off x="8031602" y="0"/>
            <a:ext cx="7312406" cy="6719927"/>
          </a:xfrm>
          <a:custGeom>
            <a:rect b="b" l="l" r="r" t="t"/>
            <a:pathLst>
              <a:path extrusionOk="0" h="6719927" w="7312406">
                <a:moveTo>
                  <a:pt x="0" y="0"/>
                </a:moveTo>
                <a:lnTo>
                  <a:pt x="7312406" y="0"/>
                </a:lnTo>
                <a:lnTo>
                  <a:pt x="7312406" y="6719927"/>
                </a:lnTo>
                <a:lnTo>
                  <a:pt x="0" y="6719927"/>
                </a:lnTo>
                <a:lnTo>
                  <a:pt x="0" y="0"/>
                </a:lnTo>
                <a:close/>
              </a:path>
            </a:pathLst>
          </a:custGeom>
          <a:blipFill rotWithShape="1">
            <a:blip r:embed="rId3">
              <a:alphaModFix/>
            </a:blip>
            <a:stretch>
              <a:fillRect b="-2014" l="0" r="0" t="-20078"/>
            </a:stretch>
          </a:blipFill>
          <a:ln>
            <a:noFill/>
          </a:ln>
        </p:spPr>
      </p:sp>
      <p:grpSp>
        <p:nvGrpSpPr>
          <p:cNvPr id="798" name="Google Shape;798;p16"/>
          <p:cNvGrpSpPr/>
          <p:nvPr/>
        </p:nvGrpSpPr>
        <p:grpSpPr>
          <a:xfrm rot="-5400000">
            <a:off x="963081" y="4872051"/>
            <a:ext cx="13664400" cy="542898"/>
            <a:chOff x="0" y="-630192"/>
            <a:chExt cx="18219200" cy="723867"/>
          </a:xfrm>
        </p:grpSpPr>
        <p:grpSp>
          <p:nvGrpSpPr>
            <p:cNvPr id="799" name="Google Shape;799;p16"/>
            <p:cNvGrpSpPr/>
            <p:nvPr/>
          </p:nvGrpSpPr>
          <p:grpSpPr>
            <a:xfrm>
              <a:off x="0" y="-630192"/>
              <a:ext cx="2788000" cy="723867"/>
              <a:chOff x="0" y="-123825"/>
              <a:chExt cx="547795" cy="142231"/>
            </a:xfrm>
          </p:grpSpPr>
          <p:sp>
            <p:nvSpPr>
              <p:cNvPr id="800" name="Google Shape;800;p16"/>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801" name="Google Shape;801;p16"/>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02" name="Google Shape;802;p16"/>
            <p:cNvGrpSpPr/>
            <p:nvPr/>
          </p:nvGrpSpPr>
          <p:grpSpPr>
            <a:xfrm>
              <a:off x="11570400" y="-630192"/>
              <a:ext cx="2788000" cy="723867"/>
              <a:chOff x="0" y="-123825"/>
              <a:chExt cx="547795" cy="142231"/>
            </a:xfrm>
          </p:grpSpPr>
          <p:sp>
            <p:nvSpPr>
              <p:cNvPr id="803" name="Google Shape;803;p16"/>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804" name="Google Shape;804;p16"/>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05" name="Google Shape;805;p16"/>
            <p:cNvGrpSpPr/>
            <p:nvPr/>
          </p:nvGrpSpPr>
          <p:grpSpPr>
            <a:xfrm>
              <a:off x="3860800" y="-630192"/>
              <a:ext cx="2788000" cy="723867"/>
              <a:chOff x="0" y="-123825"/>
              <a:chExt cx="547795" cy="142231"/>
            </a:xfrm>
          </p:grpSpPr>
          <p:sp>
            <p:nvSpPr>
              <p:cNvPr id="806" name="Google Shape;806;p16"/>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807" name="Google Shape;807;p16"/>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08" name="Google Shape;808;p16"/>
            <p:cNvGrpSpPr/>
            <p:nvPr/>
          </p:nvGrpSpPr>
          <p:grpSpPr>
            <a:xfrm>
              <a:off x="15431200" y="-630192"/>
              <a:ext cx="2788000" cy="723867"/>
              <a:chOff x="0" y="-123825"/>
              <a:chExt cx="547795" cy="142231"/>
            </a:xfrm>
          </p:grpSpPr>
          <p:sp>
            <p:nvSpPr>
              <p:cNvPr id="809" name="Google Shape;809;p16"/>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810" name="Google Shape;810;p16"/>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11" name="Google Shape;811;p16"/>
            <p:cNvGrpSpPr/>
            <p:nvPr/>
          </p:nvGrpSpPr>
          <p:grpSpPr>
            <a:xfrm>
              <a:off x="7715600" y="-630192"/>
              <a:ext cx="2788000" cy="723867"/>
              <a:chOff x="0" y="-123825"/>
              <a:chExt cx="547795" cy="142231"/>
            </a:xfrm>
          </p:grpSpPr>
          <p:sp>
            <p:nvSpPr>
              <p:cNvPr id="812" name="Google Shape;812;p16"/>
              <p:cNvSpPr/>
              <p:nvPr/>
            </p:nvSpPr>
            <p:spPr>
              <a:xfrm>
                <a:off x="0" y="0"/>
                <a:ext cx="547795" cy="18406"/>
              </a:xfrm>
              <a:custGeom>
                <a:rect b="b" l="l" r="r" t="t"/>
                <a:pathLst>
                  <a:path extrusionOk="0" h="18406" w="547795">
                    <a:moveTo>
                      <a:pt x="0" y="0"/>
                    </a:moveTo>
                    <a:lnTo>
                      <a:pt x="547795" y="0"/>
                    </a:lnTo>
                    <a:lnTo>
                      <a:pt x="547795" y="18406"/>
                    </a:lnTo>
                    <a:lnTo>
                      <a:pt x="0" y="18406"/>
                    </a:lnTo>
                    <a:close/>
                  </a:path>
                </a:pathLst>
              </a:custGeom>
              <a:solidFill>
                <a:srgbClr val="FFFFFF"/>
              </a:solidFill>
              <a:ln>
                <a:noFill/>
              </a:ln>
            </p:spPr>
          </p:sp>
          <p:sp>
            <p:nvSpPr>
              <p:cNvPr id="813" name="Google Shape;813;p16"/>
              <p:cNvSpPr txBox="1"/>
              <p:nvPr/>
            </p:nvSpPr>
            <p:spPr>
              <a:xfrm>
                <a:off x="0" y="-123825"/>
                <a:ext cx="547795" cy="142231"/>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814" name="Google Shape;814;p16"/>
          <p:cNvGrpSpPr/>
          <p:nvPr/>
        </p:nvGrpSpPr>
        <p:grpSpPr>
          <a:xfrm rot="-5400000">
            <a:off x="-207272" y="-487704"/>
            <a:ext cx="11215802" cy="11741553"/>
            <a:chOff x="0" y="-123825"/>
            <a:chExt cx="2953956" cy="3092426"/>
          </a:xfrm>
        </p:grpSpPr>
        <p:sp>
          <p:nvSpPr>
            <p:cNvPr id="815" name="Google Shape;815;p16"/>
            <p:cNvSpPr/>
            <p:nvPr/>
          </p:nvSpPr>
          <p:spPr>
            <a:xfrm>
              <a:off x="0" y="0"/>
              <a:ext cx="2953956" cy="2968601"/>
            </a:xfrm>
            <a:custGeom>
              <a:rect b="b" l="l" r="r" t="t"/>
              <a:pathLst>
                <a:path extrusionOk="0" h="2968601" w="2953956">
                  <a:moveTo>
                    <a:pt x="0" y="0"/>
                  </a:moveTo>
                  <a:lnTo>
                    <a:pt x="2953956" y="0"/>
                  </a:lnTo>
                  <a:lnTo>
                    <a:pt x="2953956" y="2968601"/>
                  </a:lnTo>
                  <a:lnTo>
                    <a:pt x="0" y="2968601"/>
                  </a:lnTo>
                  <a:close/>
                </a:path>
              </a:pathLst>
            </a:custGeom>
            <a:solidFill>
              <a:srgbClr val="0B1541"/>
            </a:solidFill>
            <a:ln>
              <a:noFill/>
            </a:ln>
          </p:spPr>
        </p:sp>
        <p:sp>
          <p:nvSpPr>
            <p:cNvPr id="816" name="Google Shape;816;p16"/>
            <p:cNvSpPr txBox="1"/>
            <p:nvPr/>
          </p:nvSpPr>
          <p:spPr>
            <a:xfrm>
              <a:off x="0" y="-123825"/>
              <a:ext cx="2953956" cy="3092426"/>
            </a:xfrm>
            <a:prstGeom prst="rect">
              <a:avLst/>
            </a:prstGeom>
            <a:noFill/>
            <a:ln>
              <a:noFill/>
            </a:ln>
          </p:spPr>
          <p:txBody>
            <a:bodyPr anchorCtr="0" anchor="ctr" bIns="50800" lIns="50800" spcFirstLastPara="1" rIns="50800" wrap="square" tIns="50800">
              <a:noAutofit/>
            </a:bodyPr>
            <a:lstStyle/>
            <a:p>
              <a:pPr indent="0" lvl="0" marL="0" marR="0" rtl="0" algn="ctr">
                <a:lnSpc>
                  <a:spcPct val="24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17" name="Google Shape;817;p16"/>
          <p:cNvSpPr/>
          <p:nvPr/>
        </p:nvSpPr>
        <p:spPr>
          <a:xfrm>
            <a:off x="9287443" y="4563905"/>
            <a:ext cx="16301121" cy="6164788"/>
          </a:xfrm>
          <a:custGeom>
            <a:rect b="b" l="l" r="r" t="t"/>
            <a:pathLst>
              <a:path extrusionOk="0" h="6164788" w="16301121">
                <a:moveTo>
                  <a:pt x="0" y="0"/>
                </a:moveTo>
                <a:lnTo>
                  <a:pt x="16301121" y="0"/>
                </a:lnTo>
                <a:lnTo>
                  <a:pt x="16301121" y="6164787"/>
                </a:lnTo>
                <a:lnTo>
                  <a:pt x="0" y="6164787"/>
                </a:lnTo>
                <a:lnTo>
                  <a:pt x="0" y="0"/>
                </a:lnTo>
                <a:close/>
              </a:path>
            </a:pathLst>
          </a:custGeom>
          <a:blipFill rotWithShape="1">
            <a:blip r:embed="rId4">
              <a:alphaModFix/>
            </a:blip>
            <a:stretch>
              <a:fillRect b="0" l="0" r="0" t="0"/>
            </a:stretch>
          </a:blipFill>
          <a:ln>
            <a:noFill/>
          </a:ln>
        </p:spPr>
      </p:sp>
      <p:grpSp>
        <p:nvGrpSpPr>
          <p:cNvPr id="818" name="Google Shape;818;p16"/>
          <p:cNvGrpSpPr/>
          <p:nvPr/>
        </p:nvGrpSpPr>
        <p:grpSpPr>
          <a:xfrm>
            <a:off x="2498000" y="591446"/>
            <a:ext cx="9189806" cy="2480623"/>
            <a:chOff x="0" y="104775"/>
            <a:chExt cx="12253074" cy="3307497"/>
          </a:xfrm>
        </p:grpSpPr>
        <p:sp>
          <p:nvSpPr>
            <p:cNvPr id="819" name="Google Shape;819;p16"/>
            <p:cNvSpPr txBox="1"/>
            <p:nvPr/>
          </p:nvSpPr>
          <p:spPr>
            <a:xfrm>
              <a:off x="0" y="104775"/>
              <a:ext cx="12253074" cy="1992591"/>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5680" u="none" cap="none" strike="noStrike">
                  <a:solidFill>
                    <a:srgbClr val="F88219"/>
                  </a:solidFill>
                  <a:latin typeface="Montserrat"/>
                  <a:ea typeface="Montserrat"/>
                  <a:cs typeface="Montserrat"/>
                  <a:sym typeface="Montserrat"/>
                </a:rPr>
                <a:t>5.KẾT LUẬN VÀ ĐỀ XUẤT</a:t>
              </a:r>
              <a:endParaRPr/>
            </a:p>
          </p:txBody>
        </p:sp>
        <p:sp>
          <p:nvSpPr>
            <p:cNvPr id="820" name="Google Shape;820;p16"/>
            <p:cNvSpPr txBox="1"/>
            <p:nvPr/>
          </p:nvSpPr>
          <p:spPr>
            <a:xfrm>
              <a:off x="0" y="2641591"/>
              <a:ext cx="12253074" cy="770681"/>
            </a:xfrm>
            <a:prstGeom prst="rect">
              <a:avLst/>
            </a:prstGeom>
            <a:noFill/>
            <a:ln>
              <a:noFill/>
            </a:ln>
          </p:spPr>
          <p:txBody>
            <a:bodyPr anchorCtr="0" anchor="t" bIns="0" lIns="0" spcFirstLastPara="1" rIns="0" wrap="square" tIns="0">
              <a:spAutoFit/>
            </a:bodyPr>
            <a:lstStyle/>
            <a:p>
              <a:pPr indent="0" lvl="0" marL="0" marR="0" rtl="0" algn="l">
                <a:lnSpc>
                  <a:spcPct val="26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21" name="Google Shape;821;p16"/>
          <p:cNvSpPr txBox="1"/>
          <p:nvPr/>
        </p:nvSpPr>
        <p:spPr>
          <a:xfrm>
            <a:off x="1028700" y="2330917"/>
            <a:ext cx="7880773" cy="6927383"/>
          </a:xfrm>
          <a:prstGeom prst="rect">
            <a:avLst/>
          </a:prstGeom>
          <a:noFill/>
          <a:ln>
            <a:noFill/>
          </a:ln>
        </p:spPr>
        <p:txBody>
          <a:bodyPr anchorCtr="0" anchor="t" bIns="0" lIns="0" spcFirstLastPara="1" rIns="0" wrap="square" tIns="0">
            <a:spAutoFit/>
          </a:bodyPr>
          <a:lstStyle/>
          <a:p>
            <a:pPr indent="0" lvl="0" marL="0" marR="0" rtl="0" algn="l">
              <a:lnSpc>
                <a:spcPct val="150021"/>
              </a:lnSpc>
              <a:spcBef>
                <a:spcPts val="0"/>
              </a:spcBef>
              <a:spcAft>
                <a:spcPts val="0"/>
              </a:spcAft>
              <a:buNone/>
            </a:pPr>
            <a:r>
              <a:rPr b="0" i="0" lang="en-US" sz="2321" u="none" cap="none" strike="noStrike">
                <a:solidFill>
                  <a:srgbClr val="F4AD00"/>
                </a:solidFill>
                <a:latin typeface="Arial"/>
                <a:ea typeface="Arial"/>
                <a:cs typeface="Arial"/>
                <a:sym typeface="Arial"/>
              </a:rPr>
              <a:t>Kết luận:</a:t>
            </a:r>
            <a:endParaRPr/>
          </a:p>
          <a:p>
            <a:pPr indent="-250626" lvl="1" marL="501252" marR="0" rtl="0" algn="l">
              <a:lnSpc>
                <a:spcPct val="150021"/>
              </a:lnSpc>
              <a:spcBef>
                <a:spcPts val="0"/>
              </a:spcBef>
              <a:spcAft>
                <a:spcPts val="0"/>
              </a:spcAft>
              <a:buClr>
                <a:srgbClr val="F4AD00"/>
              </a:buClr>
              <a:buSzPts val="2321"/>
              <a:buFont typeface="Arial"/>
              <a:buChar char="•"/>
            </a:pPr>
            <a:r>
              <a:rPr b="0" i="0" lang="en-US" sz="2321" u="none" cap="none" strike="noStrike">
                <a:solidFill>
                  <a:srgbClr val="F4AD00"/>
                </a:solidFill>
                <a:latin typeface="Arial"/>
                <a:ea typeface="Arial"/>
                <a:cs typeface="Arial"/>
                <a:sym typeface="Arial"/>
              </a:rPr>
              <a:t>Các yếu tố liên quan đến kích thước, trọng lượng và hiệu suất động cơ có ảnh hưởng mạnh nhất đến giá xe.</a:t>
            </a:r>
            <a:endParaRPr/>
          </a:p>
          <a:p>
            <a:pPr indent="-250626" lvl="1" marL="501252" marR="0" rtl="0" algn="l">
              <a:lnSpc>
                <a:spcPct val="150021"/>
              </a:lnSpc>
              <a:spcBef>
                <a:spcPts val="0"/>
              </a:spcBef>
              <a:spcAft>
                <a:spcPts val="0"/>
              </a:spcAft>
              <a:buClr>
                <a:srgbClr val="F4AD00"/>
              </a:buClr>
              <a:buSzPts val="2321"/>
              <a:buFont typeface="Arial"/>
              <a:buChar char="•"/>
            </a:pPr>
            <a:r>
              <a:rPr b="0" i="0" lang="en-US" sz="2321" u="none" cap="none" strike="noStrike">
                <a:solidFill>
                  <a:srgbClr val="F4AD00"/>
                </a:solidFill>
                <a:latin typeface="Arial"/>
                <a:ea typeface="Arial"/>
                <a:cs typeface="Arial"/>
                <a:sym typeface="Arial"/>
              </a:rPr>
              <a:t>Hiệu suất nhiên liệu cũng là một yếu tố quan trọng, phản ánh xu hướng thị trường về xe tiết kiệm nhiên liệu.</a:t>
            </a:r>
            <a:endParaRPr/>
          </a:p>
          <a:p>
            <a:pPr indent="-250626" lvl="1" marL="501252" marR="0" rtl="0" algn="l">
              <a:lnSpc>
                <a:spcPct val="150021"/>
              </a:lnSpc>
              <a:spcBef>
                <a:spcPts val="0"/>
              </a:spcBef>
              <a:spcAft>
                <a:spcPts val="0"/>
              </a:spcAft>
              <a:buClr>
                <a:srgbClr val="F4AD00"/>
              </a:buClr>
              <a:buSzPts val="2321"/>
              <a:buFont typeface="Arial"/>
              <a:buChar char="•"/>
            </a:pPr>
            <a:r>
              <a:rPr b="0" i="0" lang="en-US" sz="2321" u="none" cap="none" strike="noStrike">
                <a:solidFill>
                  <a:srgbClr val="F4AD00"/>
                </a:solidFill>
                <a:latin typeface="Arial"/>
                <a:ea typeface="Arial"/>
                <a:cs typeface="Arial"/>
                <a:sym typeface="Arial"/>
              </a:rPr>
              <a:t>Các thông số kỹ thuật như loại nhiên liệu, hệ thống tăng áp và dẫn động cũng đóng vai trò trong việc định giá.</a:t>
            </a:r>
            <a:endParaRPr/>
          </a:p>
          <a:p>
            <a:pPr indent="0" lvl="0" marL="0" marR="0" rtl="0" algn="l">
              <a:lnSpc>
                <a:spcPct val="150021"/>
              </a:lnSpc>
              <a:spcBef>
                <a:spcPts val="0"/>
              </a:spcBef>
              <a:spcAft>
                <a:spcPts val="0"/>
              </a:spcAft>
              <a:buNone/>
            </a:pPr>
            <a:r>
              <a:rPr b="0" i="0" lang="en-US" sz="2321" u="none" cap="none" strike="noStrike">
                <a:solidFill>
                  <a:srgbClr val="F4AD00"/>
                </a:solidFill>
                <a:latin typeface="Arial"/>
                <a:ea typeface="Arial"/>
                <a:cs typeface="Arial"/>
                <a:sym typeface="Arial"/>
              </a:rPr>
              <a:t>Geely Auto có thể sử dụng thông tin này để:</a:t>
            </a:r>
            <a:endParaRPr/>
          </a:p>
          <a:p>
            <a:pPr indent="-250626" lvl="1" marL="501252" marR="0" rtl="0" algn="l">
              <a:lnSpc>
                <a:spcPct val="150021"/>
              </a:lnSpc>
              <a:spcBef>
                <a:spcPts val="0"/>
              </a:spcBef>
              <a:spcAft>
                <a:spcPts val="0"/>
              </a:spcAft>
              <a:buClr>
                <a:srgbClr val="F4AD00"/>
              </a:buClr>
              <a:buSzPts val="2321"/>
              <a:buFont typeface="Arial"/>
              <a:buChar char="•"/>
            </a:pPr>
            <a:r>
              <a:rPr b="0" i="0" lang="en-US" sz="2321" u="none" cap="none" strike="noStrike">
                <a:solidFill>
                  <a:srgbClr val="F4AD00"/>
                </a:solidFill>
                <a:latin typeface="Arial"/>
                <a:ea typeface="Arial"/>
                <a:cs typeface="Arial"/>
                <a:sym typeface="Arial"/>
              </a:rPr>
              <a:t>Tối ưu hóa thiết kế sản phẩm cho thị trường Mỹ.</a:t>
            </a:r>
            <a:endParaRPr/>
          </a:p>
          <a:p>
            <a:pPr indent="-250626" lvl="1" marL="501252" marR="0" rtl="0" algn="l">
              <a:lnSpc>
                <a:spcPct val="150021"/>
              </a:lnSpc>
              <a:spcBef>
                <a:spcPts val="0"/>
              </a:spcBef>
              <a:spcAft>
                <a:spcPts val="0"/>
              </a:spcAft>
              <a:buClr>
                <a:srgbClr val="F4AD00"/>
              </a:buClr>
              <a:buSzPts val="2321"/>
              <a:buFont typeface="Arial"/>
              <a:buChar char="•"/>
            </a:pPr>
            <a:r>
              <a:rPr b="0" i="0" lang="en-US" sz="2321" u="none" cap="none" strike="noStrike">
                <a:solidFill>
                  <a:srgbClr val="F4AD00"/>
                </a:solidFill>
                <a:latin typeface="Arial"/>
                <a:ea typeface="Arial"/>
                <a:cs typeface="Arial"/>
                <a:sym typeface="Arial"/>
              </a:rPr>
              <a:t>Xây dựng chiến lược định giá cạnh tranh.</a:t>
            </a:r>
            <a:endParaRPr/>
          </a:p>
          <a:p>
            <a:pPr indent="-250626" lvl="1" marL="501252" marR="0" rtl="0" algn="l">
              <a:lnSpc>
                <a:spcPct val="150021"/>
              </a:lnSpc>
              <a:spcBef>
                <a:spcPts val="0"/>
              </a:spcBef>
              <a:spcAft>
                <a:spcPts val="0"/>
              </a:spcAft>
              <a:buClr>
                <a:srgbClr val="F4AD00"/>
              </a:buClr>
              <a:buSzPts val="2321"/>
              <a:buFont typeface="Arial"/>
              <a:buChar char="•"/>
            </a:pPr>
            <a:r>
              <a:rPr b="0" i="0" lang="en-US" sz="2321" u="none" cap="none" strike="noStrike">
                <a:solidFill>
                  <a:srgbClr val="F4AD00"/>
                </a:solidFill>
                <a:latin typeface="Arial"/>
                <a:ea typeface="Arial"/>
                <a:cs typeface="Arial"/>
                <a:sym typeface="Arial"/>
              </a:rPr>
              <a:t>Tập trung vào các tính năng và thông số kỹ thuật mà người tiêu dùng Mỹ coi trọng</a:t>
            </a:r>
            <a:endParaRPr/>
          </a:p>
          <a:p>
            <a:pPr indent="0" lvl="0" marL="0" marR="0" rtl="0" algn="l">
              <a:lnSpc>
                <a:spcPct val="133390"/>
              </a:lnSpc>
              <a:spcBef>
                <a:spcPts val="0"/>
              </a:spcBef>
              <a:spcAft>
                <a:spcPts val="0"/>
              </a:spcAft>
              <a:buNone/>
            </a:pPr>
            <a:r>
              <a:t/>
            </a:r>
            <a:endParaRPr b="0" i="0" sz="2321" u="none" cap="none" strike="noStrike">
              <a:solidFill>
                <a:srgbClr val="F4AD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